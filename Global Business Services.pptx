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57" r:id="rId3"/>
    <p:sldId id="262" r:id="rId4"/>
    <p:sldId id="259" r:id="rId5"/>
    <p:sldId id="261" r:id="rId6"/>
    <p:sldId id="258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3F5EC-FDDC-40BA-A027-54AD3CC0F80F}" v="80" dt="2026-05-12T13:03:41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lah caliskan" userId="dd00e77f03af9673" providerId="LiveId" clId="{8026579E-E76C-4670-A629-BDB2F4C98E17}"/>
    <pc:docChg chg="undo custSel addSld delSld modSld sldOrd">
      <pc:chgData name="abdullah caliskan" userId="dd00e77f03af9673" providerId="LiveId" clId="{8026579E-E76C-4670-A629-BDB2F4C98E17}" dt="2026-05-12T13:03:41.700" v="401" actId="1076"/>
      <pc:docMkLst>
        <pc:docMk/>
      </pc:docMkLst>
      <pc:sldChg chg="addSp delSp modSp mod setBg addAnim modAnim delDesignElem">
        <pc:chgData name="abdullah caliskan" userId="dd00e77f03af9673" providerId="LiveId" clId="{8026579E-E76C-4670-A629-BDB2F4C98E17}" dt="2026-05-12T13:03:41.700" v="401" actId="1076"/>
        <pc:sldMkLst>
          <pc:docMk/>
          <pc:sldMk cId="3571432380" sldId="256"/>
        </pc:sldMkLst>
        <pc:spChg chg="mod ord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2" creationId="{818BD9E3-4F24-9AC3-FAC0-901AD77CBA06}"/>
          </ac:spMkLst>
        </pc:spChg>
        <pc:spChg chg="mod ord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3" creationId="{31049041-6737-C919-4CEA-87F4EB20C8B5}"/>
          </ac:spMkLst>
        </pc:spChg>
        <pc:spChg chg="add del">
          <ac:chgData name="abdullah caliskan" userId="dd00e77f03af9673" providerId="LiveId" clId="{8026579E-E76C-4670-A629-BDB2F4C98E17}" dt="2026-05-11T09:40:22.103" v="109"/>
          <ac:spMkLst>
            <pc:docMk/>
            <pc:sldMk cId="3571432380" sldId="256"/>
            <ac:spMk id="1033" creationId="{2F4D5922-434B-4829-B93E-02DC38A29519}"/>
          </ac:spMkLst>
        </pc:spChg>
        <pc:spChg chg="add del">
          <ac:chgData name="abdullah caliskan" userId="dd00e77f03af9673" providerId="LiveId" clId="{8026579E-E76C-4670-A629-BDB2F4C98E17}" dt="2026-05-11T09:40:22.103" v="109"/>
          <ac:spMkLst>
            <pc:docMk/>
            <pc:sldMk cId="3571432380" sldId="256"/>
            <ac:spMk id="1035" creationId="{F35FBA24-5C01-4635-A984-1DB6E340B052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3571432380" sldId="256"/>
            <ac:spMk id="1037" creationId="{506D7452-6CDE-4381-86CE-07B2459383D5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3571432380" sldId="256"/>
            <ac:spMk id="1038" creationId="{6234BCC6-39B9-47D9-8BF8-C665401AE23C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3571432380" sldId="256"/>
            <ac:spMk id="1039" creationId="{762DA937-8B55-4317-BD32-98D7AF30E39E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3571432380" sldId="256"/>
            <ac:spMk id="1040" creationId="{72A9CE9D-DAC3-40AF-B504-78A64A909F9D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3571432380" sldId="256"/>
            <ac:spMk id="1041" creationId="{C52EE5A8-045B-4D39-8ED1-513334085EEC}"/>
          </ac:spMkLst>
        </pc:spChg>
        <pc:spChg chg="add del">
          <ac:chgData name="abdullah caliskan" userId="dd00e77f03af9673" providerId="LiveId" clId="{8026579E-E76C-4670-A629-BDB2F4C98E17}" dt="2026-05-11T09:41:32.362" v="118" actId="26606"/>
          <ac:spMkLst>
            <pc:docMk/>
            <pc:sldMk cId="3571432380" sldId="256"/>
            <ac:spMk id="1044" creationId="{2F4D5922-434B-4829-B93E-02DC38A29519}"/>
          </ac:spMkLst>
        </pc:spChg>
        <pc:spChg chg="add del">
          <ac:chgData name="abdullah caliskan" userId="dd00e77f03af9673" providerId="LiveId" clId="{8026579E-E76C-4670-A629-BDB2F4C98E17}" dt="2026-05-11T09:41:32.362" v="118" actId="26606"/>
          <ac:spMkLst>
            <pc:docMk/>
            <pc:sldMk cId="3571432380" sldId="256"/>
            <ac:spMk id="1050" creationId="{F35FBA24-5C01-4635-A984-1DB6E340B052}"/>
          </ac:spMkLst>
        </pc:spChg>
        <pc:spChg chg="add del">
          <ac:chgData name="abdullah caliskan" userId="dd00e77f03af9673" providerId="LiveId" clId="{8026579E-E76C-4670-A629-BDB2F4C98E17}" dt="2026-05-11T09:40:22.103" v="109"/>
          <ac:spMkLst>
            <pc:docMk/>
            <pc:sldMk cId="3571432380" sldId="256"/>
            <ac:spMk id="1051" creationId="{5819102A-0400-4C1F-8614-973F5262EF56}"/>
          </ac:spMkLst>
        </pc:spChg>
        <pc:spChg chg="add del">
          <ac:chgData name="abdullah caliskan" userId="dd00e77f03af9673" providerId="LiveId" clId="{8026579E-E76C-4670-A629-BDB2F4C98E17}" dt="2026-05-11T09:40:22.103" v="109"/>
          <ac:spMkLst>
            <pc:docMk/>
            <pc:sldMk cId="3571432380" sldId="256"/>
            <ac:spMk id="1059" creationId="{CF1485CA-41D2-421F-B28D-15EF845D5FE6}"/>
          </ac:spMkLst>
        </pc:spChg>
        <pc:spChg chg="add del">
          <ac:chgData name="abdullah caliskan" userId="dd00e77f03af9673" providerId="LiveId" clId="{8026579E-E76C-4670-A629-BDB2F4C98E17}" dt="2026-05-11T09:41:32.362" v="118" actId="26606"/>
          <ac:spMkLst>
            <pc:docMk/>
            <pc:sldMk cId="3571432380" sldId="256"/>
            <ac:spMk id="1071" creationId="{5819102A-0400-4C1F-8614-973F5262EF56}"/>
          </ac:spMkLst>
        </pc:spChg>
        <pc:spChg chg="add del">
          <ac:chgData name="abdullah caliskan" userId="dd00e77f03af9673" providerId="LiveId" clId="{8026579E-E76C-4670-A629-BDB2F4C98E17}" dt="2026-05-11T09:41:32.362" v="118" actId="26606"/>
          <ac:spMkLst>
            <pc:docMk/>
            <pc:sldMk cId="3571432380" sldId="256"/>
            <ac:spMk id="1073" creationId="{CF1485CA-41D2-421F-B28D-15EF845D5FE6}"/>
          </ac:spMkLst>
        </pc:spChg>
        <pc:spChg chg="add del">
          <ac:chgData name="abdullah caliskan" userId="dd00e77f03af9673" providerId="LiveId" clId="{8026579E-E76C-4670-A629-BDB2F4C98E17}" dt="2026-05-11T09:41:32.349" v="117" actId="26606"/>
          <ac:spMkLst>
            <pc:docMk/>
            <pc:sldMk cId="3571432380" sldId="256"/>
            <ac:spMk id="1079" creationId="{27BDFED6-6E33-4606-AFE2-886ADB1C018E}"/>
          </ac:spMkLst>
        </pc:spChg>
        <pc:spChg chg="add del">
          <ac:chgData name="abdullah caliskan" userId="dd00e77f03af9673" providerId="LiveId" clId="{8026579E-E76C-4670-A629-BDB2F4C98E17}" dt="2026-05-11T09:41:32.349" v="117" actId="26606"/>
          <ac:spMkLst>
            <pc:docMk/>
            <pc:sldMk cId="3571432380" sldId="256"/>
            <ac:spMk id="1081" creationId="{890DEF05-784E-4B61-89E4-04C4ECF4E5A0}"/>
          </ac:spMkLst>
        </pc:spChg>
        <pc:spChg chg="add del">
          <ac:chgData name="abdullah caliskan" userId="dd00e77f03af9673" providerId="LiveId" clId="{8026579E-E76C-4670-A629-BDB2F4C98E17}" dt="2026-05-11T09:49:09.085" v="137" actId="26606"/>
          <ac:spMkLst>
            <pc:docMk/>
            <pc:sldMk cId="3571432380" sldId="256"/>
            <ac:spMk id="1085" creationId="{0A597D97-203B-498B-95D3-E90DC961039F}"/>
          </ac:spMkLst>
        </pc:spChg>
        <pc:spChg chg="add del">
          <ac:chgData name="abdullah caliskan" userId="dd00e77f03af9673" providerId="LiveId" clId="{8026579E-E76C-4670-A629-BDB2F4C98E17}" dt="2026-05-11T09:49:09.085" v="137" actId="26606"/>
          <ac:spMkLst>
            <pc:docMk/>
            <pc:sldMk cId="3571432380" sldId="256"/>
            <ac:spMk id="1086" creationId="{6A6EF10E-DF41-4BD3-8EB4-6F646531DC26}"/>
          </ac:spMkLst>
        </pc:spChg>
        <pc:spChg chg="add del">
          <ac:chgData name="abdullah caliskan" userId="dd00e77f03af9673" providerId="LiveId" clId="{8026579E-E76C-4670-A629-BDB2F4C98E17}" dt="2026-05-11T09:49:09.067" v="136" actId="26606"/>
          <ac:spMkLst>
            <pc:docMk/>
            <pc:sldMk cId="3571432380" sldId="256"/>
            <ac:spMk id="1091" creationId="{27BDFED6-6E33-4606-AFE2-886ADB1C018E}"/>
          </ac:spMkLst>
        </pc:spChg>
        <pc:spChg chg="add del">
          <ac:chgData name="abdullah caliskan" userId="dd00e77f03af9673" providerId="LiveId" clId="{8026579E-E76C-4670-A629-BDB2F4C98E17}" dt="2026-05-11T09:49:09.067" v="136" actId="26606"/>
          <ac:spMkLst>
            <pc:docMk/>
            <pc:sldMk cId="3571432380" sldId="256"/>
            <ac:spMk id="1093" creationId="{890DEF05-784E-4B61-89E4-04C4ECF4E5A0}"/>
          </ac:spMkLst>
        </pc:spChg>
        <pc:spChg chg="add del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02" creationId="{75CC5FF6-C911-4883-B5F7-F5F3E29A8BDE}"/>
          </ac:spMkLst>
        </pc:spChg>
        <pc:spChg chg="add del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03" creationId="{B163B796-84D7-4069-93D0-7A496A03AA19}"/>
          </ac:spMkLst>
        </pc:spChg>
        <pc:spChg chg="add del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04" creationId="{84E2200F-ED39-40A1-A6F7-65A45ED6D752}"/>
          </ac:spMkLst>
        </pc:spChg>
        <pc:spChg chg="add del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17" creationId="{A4AE5E3E-9489-4D5A-A458-72C3E481CB83}"/>
          </ac:spMkLst>
        </pc:spChg>
        <pc:spChg chg="add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34" creationId="{C4879EFC-8E62-4E00-973C-C45EE9EC676D}"/>
          </ac:spMkLst>
        </pc:spChg>
        <pc:spChg chg="add">
          <ac:chgData name="abdullah caliskan" userId="dd00e77f03af9673" providerId="LiveId" clId="{8026579E-E76C-4670-A629-BDB2F4C98E17}" dt="2026-05-11T10:00:10.128" v="233" actId="26606"/>
          <ac:spMkLst>
            <pc:docMk/>
            <pc:sldMk cId="3571432380" sldId="256"/>
            <ac:spMk id="1136" creationId="{D6A9C53F-5F90-40A5-8C85-5412D39C8C68}"/>
          </ac:spMkLst>
        </pc:spChg>
        <pc:grpChg chg="del">
          <ac:chgData name="abdullah caliskan" userId="dd00e77f03af9673" providerId="LiveId" clId="{8026579E-E76C-4670-A629-BDB2F4C98E17}" dt="2026-05-11T09:40:22.103" v="109"/>
          <ac:grpSpMkLst>
            <pc:docMk/>
            <pc:sldMk cId="3571432380" sldId="256"/>
            <ac:grpSpMk id="1030" creationId="{26C1B406-D643-4021-A6F0-2DD546697025}"/>
          </ac:grpSpMkLst>
        </pc:grpChg>
        <pc:grpChg chg="add del">
          <ac:chgData name="abdullah caliskan" userId="dd00e77f03af9673" providerId="LiveId" clId="{8026579E-E76C-4670-A629-BDB2F4C98E17}" dt="2026-05-11T09:40:22.103" v="109"/>
          <ac:grpSpMkLst>
            <pc:docMk/>
            <pc:sldMk cId="3571432380" sldId="256"/>
            <ac:grpSpMk id="1045" creationId="{8D2BC472-0671-410F-BA77-E46AA6210635}"/>
          </ac:grpSpMkLst>
        </pc:grpChg>
        <pc:grpChg chg="add">
          <ac:chgData name="abdullah caliskan" userId="dd00e77f03af9673" providerId="LiveId" clId="{8026579E-E76C-4670-A629-BDB2F4C98E17}" dt="2026-05-11T09:40:50.187" v="112" actId="26606"/>
          <ac:grpSpMkLst>
            <pc:docMk/>
            <pc:sldMk cId="3571432380" sldId="256"/>
            <ac:grpSpMk id="1052" creationId="{26C1B406-D643-4021-A6F0-2DD546697025}"/>
          </ac:grpSpMkLst>
        </pc:grpChg>
        <pc:grpChg chg="del">
          <ac:chgData name="abdullah caliskan" userId="dd00e77f03af9673" providerId="LiveId" clId="{8026579E-E76C-4670-A629-BDB2F4C98E17}" dt="2026-05-11T09:40:22.103" v="109"/>
          <ac:grpSpMkLst>
            <pc:docMk/>
            <pc:sldMk cId="3571432380" sldId="256"/>
            <ac:grpSpMk id="1053" creationId="{B1A0CF5C-68C2-4432-BC2D-5A124C7B6043}"/>
          </ac:grpSpMkLst>
        </pc:grpChg>
        <pc:grpChg chg="add del">
          <ac:chgData name="abdullah caliskan" userId="dd00e77f03af9673" providerId="LiveId" clId="{8026579E-E76C-4670-A629-BDB2F4C98E17}" dt="2026-05-11T09:40:22.103" v="109"/>
          <ac:grpSpMkLst>
            <pc:docMk/>
            <pc:sldMk cId="3571432380" sldId="256"/>
            <ac:grpSpMk id="1061" creationId="{04ED96A1-E6CA-493F-8610-6B8B7A28E3EB}"/>
          </ac:grpSpMkLst>
        </pc:grpChg>
        <pc:grpChg chg="add">
          <ac:chgData name="abdullah caliskan" userId="dd00e77f03af9673" providerId="LiveId" clId="{8026579E-E76C-4670-A629-BDB2F4C98E17}" dt="2026-05-11T09:40:50.187" v="112" actId="26606"/>
          <ac:grpSpMkLst>
            <pc:docMk/>
            <pc:sldMk cId="3571432380" sldId="256"/>
            <ac:grpSpMk id="1070" creationId="{8D2BC472-0671-410F-BA77-E46AA6210635}"/>
          </ac:grpSpMkLst>
        </pc:grpChg>
        <pc:grpChg chg="add">
          <ac:chgData name="abdullah caliskan" userId="dd00e77f03af9673" providerId="LiveId" clId="{8026579E-E76C-4670-A629-BDB2F4C98E17}" dt="2026-05-11T09:40:50.187" v="112" actId="26606"/>
          <ac:grpSpMkLst>
            <pc:docMk/>
            <pc:sldMk cId="3571432380" sldId="256"/>
            <ac:grpSpMk id="1072" creationId="{B1A0CF5C-68C2-4432-BC2D-5A124C7B6043}"/>
          </ac:grpSpMkLst>
        </pc:grpChg>
        <pc:grpChg chg="add">
          <ac:chgData name="abdullah caliskan" userId="dd00e77f03af9673" providerId="LiveId" clId="{8026579E-E76C-4670-A629-BDB2F4C98E17}" dt="2026-05-11T09:40:50.187" v="112" actId="26606"/>
          <ac:grpSpMkLst>
            <pc:docMk/>
            <pc:sldMk cId="3571432380" sldId="256"/>
            <ac:grpSpMk id="1074" creationId="{04ED96A1-E6CA-493F-8610-6B8B7A28E3EB}"/>
          </ac:grpSpMkLst>
        </pc:grpChg>
        <pc:grpChg chg="add del">
          <ac:chgData name="abdullah caliskan" userId="dd00e77f03af9673" providerId="LiveId" clId="{8026579E-E76C-4670-A629-BDB2F4C98E17}" dt="2026-05-11T09:55:52.784" v="191"/>
          <ac:grpSpMkLst>
            <pc:docMk/>
            <pc:sldMk cId="3571432380" sldId="256"/>
            <ac:grpSpMk id="1105" creationId="{87A77F8F-E829-4314-9F44-36169F7548CE}"/>
          </ac:grpSpMkLst>
        </pc:grpChg>
        <pc:grpChg chg="add del">
          <ac:chgData name="abdullah caliskan" userId="dd00e77f03af9673" providerId="LiveId" clId="{8026579E-E76C-4670-A629-BDB2F4C98E17}" dt="2026-05-11T09:55:52.784" v="191"/>
          <ac:grpSpMkLst>
            <pc:docMk/>
            <pc:sldMk cId="3571432380" sldId="256"/>
            <ac:grpSpMk id="1110" creationId="{128AB5A5-92EF-47F0-9E96-412D387F1E14}"/>
          </ac:grpSpMkLst>
        </pc:grpChg>
        <pc:grpChg chg="add del">
          <ac:chgData name="abdullah caliskan" userId="dd00e77f03af9673" providerId="LiveId" clId="{8026579E-E76C-4670-A629-BDB2F4C98E17}" dt="2026-05-11T09:55:52.784" v="191"/>
          <ac:grpSpMkLst>
            <pc:docMk/>
            <pc:sldMk cId="3571432380" sldId="256"/>
            <ac:grpSpMk id="1111" creationId="{85AC4472-E842-4CF4-BD50-983305EDB343}"/>
          </ac:grpSpMkLst>
        </pc:grpChg>
        <pc:grpChg chg="add del">
          <ac:chgData name="abdullah caliskan" userId="dd00e77f03af9673" providerId="LiveId" clId="{8026579E-E76C-4670-A629-BDB2F4C98E17}" dt="2026-05-11T09:55:52.784" v="191"/>
          <ac:grpSpMkLst>
            <pc:docMk/>
            <pc:sldMk cId="3571432380" sldId="256"/>
            <ac:grpSpMk id="1119" creationId="{0E88FC08-D56F-45D4-AC54-B89F64697BE4}"/>
          </ac:grpSpMkLst>
        </pc:grpChg>
        <pc:grpChg chg="add del">
          <ac:chgData name="abdullah caliskan" userId="dd00e77f03af9673" providerId="LiveId" clId="{8026579E-E76C-4670-A629-BDB2F4C98E17}" dt="2026-05-11T09:55:52.784" v="191"/>
          <ac:grpSpMkLst>
            <pc:docMk/>
            <pc:sldMk cId="3571432380" sldId="256"/>
            <ac:grpSpMk id="1125" creationId="{B138BDDD-D054-4F0A-BB1F-9D016848D623}"/>
          </ac:grpSpMkLst>
        </pc:grpChg>
        <pc:picChg chg="add del mod ord">
          <ac:chgData name="abdullah caliskan" userId="dd00e77f03af9673" providerId="LiveId" clId="{8026579E-E76C-4670-A629-BDB2F4C98E17}" dt="2026-05-12T13:03:37.990" v="400" actId="478"/>
          <ac:picMkLst>
            <pc:docMk/>
            <pc:sldMk cId="3571432380" sldId="256"/>
            <ac:picMk id="1026" creationId="{CF541E35-7178-F007-8725-F3E98D9BFE28}"/>
          </ac:picMkLst>
        </pc:picChg>
        <pc:picChg chg="add mod ord">
          <ac:chgData name="abdullah caliskan" userId="dd00e77f03af9673" providerId="LiveId" clId="{8026579E-E76C-4670-A629-BDB2F4C98E17}" dt="2026-05-12T13:03:41.700" v="401" actId="1076"/>
          <ac:picMkLst>
            <pc:docMk/>
            <pc:sldMk cId="3571432380" sldId="256"/>
            <ac:picMk id="1028" creationId="{09E4DE75-19CB-ACE3-347E-552F4EA67780}"/>
          </ac:picMkLst>
        </pc:picChg>
        <pc:cxnChg chg="add del">
          <ac:chgData name="abdullah caliskan" userId="dd00e77f03af9673" providerId="LiveId" clId="{8026579E-E76C-4670-A629-BDB2F4C98E17}" dt="2026-05-11T09:49:09.067" v="136" actId="26606"/>
          <ac:cxnSpMkLst>
            <pc:docMk/>
            <pc:sldMk cId="3571432380" sldId="256"/>
            <ac:cxnSpMk id="1095" creationId="{C41BAEC7-F7B0-4224-8B18-8F74B7D87F0B}"/>
          </ac:cxnSpMkLst>
        </pc:cxnChg>
      </pc:sldChg>
      <pc:sldChg chg="addSp delSp modSp mod setBg">
        <pc:chgData name="abdullah caliskan" userId="dd00e77f03af9673" providerId="LiveId" clId="{8026579E-E76C-4670-A629-BDB2F4C98E17}" dt="2026-05-11T10:10:50.274" v="354" actId="1076"/>
        <pc:sldMkLst>
          <pc:docMk/>
          <pc:sldMk cId="2409393071" sldId="257"/>
        </pc:sldMkLst>
        <pc:spChg chg="add mod">
          <ac:chgData name="abdullah caliskan" userId="dd00e77f03af9673" providerId="LiveId" clId="{8026579E-E76C-4670-A629-BDB2F4C98E17}" dt="2026-05-11T10:10:50.274" v="354" actId="1076"/>
          <ac:spMkLst>
            <pc:docMk/>
            <pc:sldMk cId="2409393071" sldId="257"/>
            <ac:spMk id="3" creationId="{CC689C80-E19B-B228-A398-CA03EC657F76}"/>
          </ac:spMkLst>
        </pc:spChg>
        <pc:spChg chg="del mod">
          <ac:chgData name="abdullah caliskan" userId="dd00e77f03af9673" providerId="LiveId" clId="{8026579E-E76C-4670-A629-BDB2F4C98E17}" dt="2026-05-11T10:09:44.698" v="340" actId="21"/>
          <ac:spMkLst>
            <pc:docMk/>
            <pc:sldMk cId="2409393071" sldId="257"/>
            <ac:spMk id="7" creationId="{F6161847-4159-D2DB-44A9-EEF4F9B17FAC}"/>
          </ac:spMkLst>
        </pc:spChg>
        <pc:spChg chg="del mod">
          <ac:chgData name="abdullah caliskan" userId="dd00e77f03af9673" providerId="LiveId" clId="{8026579E-E76C-4670-A629-BDB2F4C98E17}" dt="2026-05-11T10:09:44.698" v="340" actId="21"/>
          <ac:spMkLst>
            <pc:docMk/>
            <pc:sldMk cId="2409393071" sldId="257"/>
            <ac:spMk id="9" creationId="{56E377A1-5AE7-4F60-7610-BBCC6C3D2E07}"/>
          </ac:spMkLst>
        </pc:spChg>
        <pc:spChg chg="add del mod">
          <ac:chgData name="abdullah caliskan" userId="dd00e77f03af9673" providerId="LiveId" clId="{8026579E-E76C-4670-A629-BDB2F4C98E17}" dt="2026-05-11T10:10:12.249" v="345" actId="478"/>
          <ac:spMkLst>
            <pc:docMk/>
            <pc:sldMk cId="2409393071" sldId="257"/>
            <ac:spMk id="11" creationId="{B11AAD16-4FDC-6C8D-967F-BDCC56069A92}"/>
          </ac:spMkLst>
        </pc:spChg>
        <pc:spChg chg="add mod">
          <ac:chgData name="abdullah caliskan" userId="dd00e77f03af9673" providerId="LiveId" clId="{8026579E-E76C-4670-A629-BDB2F4C98E17}" dt="2026-05-11T10:09:56.855" v="342"/>
          <ac:spMkLst>
            <pc:docMk/>
            <pc:sldMk cId="2409393071" sldId="257"/>
            <ac:spMk id="14" creationId="{F6161847-4159-D2DB-44A9-EEF4F9B17FAC}"/>
          </ac:spMkLst>
        </pc:spChg>
        <pc:spChg chg="add mod">
          <ac:chgData name="abdullah caliskan" userId="dd00e77f03af9673" providerId="LiveId" clId="{8026579E-E76C-4670-A629-BDB2F4C98E17}" dt="2026-05-11T10:09:56.855" v="342"/>
          <ac:spMkLst>
            <pc:docMk/>
            <pc:sldMk cId="2409393071" sldId="257"/>
            <ac:spMk id="15" creationId="{56E377A1-5AE7-4F60-7610-BBCC6C3D2E07}"/>
          </ac:spMkLst>
        </pc:spChg>
        <pc:spChg chg="add del">
          <ac:chgData name="abdullah caliskan" userId="dd00e77f03af9673" providerId="LiveId" clId="{8026579E-E76C-4670-A629-BDB2F4C98E17}" dt="2026-05-11T10:10:03.638" v="343" actId="26606"/>
          <ac:spMkLst>
            <pc:docMk/>
            <pc:sldMk cId="2409393071" sldId="257"/>
            <ac:spMk id="16" creationId="{18873D23-2DCF-4B31-A009-95721C06E8E1}"/>
          </ac:spMkLst>
        </pc:spChg>
        <pc:spChg chg="add">
          <ac:chgData name="abdullah caliskan" userId="dd00e77f03af9673" providerId="LiveId" clId="{8026579E-E76C-4670-A629-BDB2F4C98E17}" dt="2026-05-11T10:10:09.042" v="344" actId="26606"/>
          <ac:spMkLst>
            <pc:docMk/>
            <pc:sldMk cId="2409393071" sldId="257"/>
            <ac:spMk id="17" creationId="{4BC99CB9-DDAD-44A2-8A1C-E3AF4E72DF5C}"/>
          </ac:spMkLst>
        </pc:spChg>
        <pc:spChg chg="add del">
          <ac:chgData name="abdullah caliskan" userId="dd00e77f03af9673" providerId="LiveId" clId="{8026579E-E76C-4670-A629-BDB2F4C98E17}" dt="2026-05-11T10:10:03.638" v="343" actId="26606"/>
          <ac:spMkLst>
            <pc:docMk/>
            <pc:sldMk cId="2409393071" sldId="257"/>
            <ac:spMk id="18" creationId="{C13EF075-D4EF-4929-ADBC-91B27DA19955}"/>
          </ac:spMkLst>
        </pc:spChg>
        <pc:spChg chg="add">
          <ac:chgData name="abdullah caliskan" userId="dd00e77f03af9673" providerId="LiveId" clId="{8026579E-E76C-4670-A629-BDB2F4C98E17}" dt="2026-05-11T10:10:09.042" v="344" actId="26606"/>
          <ac:spMkLst>
            <pc:docMk/>
            <pc:sldMk cId="2409393071" sldId="257"/>
            <ac:spMk id="19" creationId="{64053CBF-3932-45FF-8285-EE5146085F3A}"/>
          </ac:spMkLst>
        </pc:spChg>
        <pc:spChg chg="add mod">
          <ac:chgData name="abdullah caliskan" userId="dd00e77f03af9673" providerId="LiveId" clId="{8026579E-E76C-4670-A629-BDB2F4C98E17}" dt="2026-05-11T10:10:28.750" v="351" actId="207"/>
          <ac:spMkLst>
            <pc:docMk/>
            <pc:sldMk cId="2409393071" sldId="257"/>
            <ac:spMk id="37" creationId="{D12A332D-DD17-E0FA-9086-48D02CAA4688}"/>
          </ac:spMkLst>
        </pc:spChg>
        <pc:spChg chg="add mod">
          <ac:chgData name="abdullah caliskan" userId="dd00e77f03af9673" providerId="LiveId" clId="{8026579E-E76C-4670-A629-BDB2F4C98E17}" dt="2026-05-11T10:10:43.399" v="353" actId="1076"/>
          <ac:spMkLst>
            <pc:docMk/>
            <pc:sldMk cId="2409393071" sldId="257"/>
            <ac:spMk id="38" creationId="{F85052F0-0D85-C18F-FCB6-6C374F55CF4E}"/>
          </ac:spMkLst>
        </pc:spChg>
        <pc:grpChg chg="add del">
          <ac:chgData name="abdullah caliskan" userId="dd00e77f03af9673" providerId="LiveId" clId="{8026579E-E76C-4670-A629-BDB2F4C98E17}" dt="2026-05-11T10:10:03.638" v="343" actId="26606"/>
          <ac:grpSpMkLst>
            <pc:docMk/>
            <pc:sldMk cId="2409393071" sldId="257"/>
            <ac:grpSpMk id="20" creationId="{DAA26DFA-AAB2-4973-9C17-16D587C7B198}"/>
          </ac:grpSpMkLst>
        </pc:grpChg>
        <pc:grpChg chg="add">
          <ac:chgData name="abdullah caliskan" userId="dd00e77f03af9673" providerId="LiveId" clId="{8026579E-E76C-4670-A629-BDB2F4C98E17}" dt="2026-05-11T10:10:09.042" v="344" actId="26606"/>
          <ac:grpSpMkLst>
            <pc:docMk/>
            <pc:sldMk cId="2409393071" sldId="257"/>
            <ac:grpSpMk id="25" creationId="{2E751C04-BEA6-446B-A678-9C74819EBD4C}"/>
          </ac:grpSpMkLst>
        </pc:grpChg>
        <pc:grpChg chg="add">
          <ac:chgData name="abdullah caliskan" userId="dd00e77f03af9673" providerId="LiveId" clId="{8026579E-E76C-4670-A629-BDB2F4C98E17}" dt="2026-05-11T10:10:09.042" v="344" actId="26606"/>
          <ac:grpSpMkLst>
            <pc:docMk/>
            <pc:sldMk cId="2409393071" sldId="257"/>
            <ac:grpSpMk id="26" creationId="{B63ACBA3-DEFD-4C6D-BBA0-64468FA99C2D}"/>
          </ac:grpSpMkLst>
        </pc:grpChg>
        <pc:graphicFrameChg chg="del mod">
          <ac:chgData name="abdullah caliskan" userId="dd00e77f03af9673" providerId="LiveId" clId="{8026579E-E76C-4670-A629-BDB2F4C98E17}" dt="2026-05-11T10:09:44.698" v="340" actId="21"/>
          <ac:graphicFrameMkLst>
            <pc:docMk/>
            <pc:sldMk cId="2409393071" sldId="257"/>
            <ac:graphicFrameMk id="4" creationId="{40FE7921-4C2D-D371-68F9-F05BCC402D19}"/>
          </ac:graphicFrameMkLst>
        </pc:graphicFrameChg>
        <pc:graphicFrameChg chg="del mod">
          <ac:chgData name="abdullah caliskan" userId="dd00e77f03af9673" providerId="LiveId" clId="{8026579E-E76C-4670-A629-BDB2F4C98E17}" dt="2026-05-11T10:09:44.698" v="340" actId="21"/>
          <ac:graphicFrameMkLst>
            <pc:docMk/>
            <pc:sldMk cId="2409393071" sldId="257"/>
            <ac:graphicFrameMk id="5" creationId="{AC2F2695-4C20-705E-92AE-D83EE109F498}"/>
          </ac:graphicFrameMkLst>
        </pc:graphicFrameChg>
        <pc:graphicFrameChg chg="add mod">
          <ac:chgData name="abdullah caliskan" userId="dd00e77f03af9673" providerId="LiveId" clId="{8026579E-E76C-4670-A629-BDB2F4C98E17}" dt="2026-05-11T10:09:56.855" v="342"/>
          <ac:graphicFrameMkLst>
            <pc:docMk/>
            <pc:sldMk cId="2409393071" sldId="257"/>
            <ac:graphicFrameMk id="12" creationId="{40FE7921-4C2D-D371-68F9-F05BCC402D19}"/>
          </ac:graphicFrameMkLst>
        </pc:graphicFrameChg>
        <pc:graphicFrameChg chg="add mod">
          <ac:chgData name="abdullah caliskan" userId="dd00e77f03af9673" providerId="LiveId" clId="{8026579E-E76C-4670-A629-BDB2F4C98E17}" dt="2026-05-11T10:09:56.855" v="342"/>
          <ac:graphicFrameMkLst>
            <pc:docMk/>
            <pc:sldMk cId="2409393071" sldId="257"/>
            <ac:graphicFrameMk id="13" creationId="{AC2F2695-4C20-705E-92AE-D83EE109F498}"/>
          </ac:graphicFrameMkLst>
        </pc:graphicFrameChg>
        <pc:graphicFrameChg chg="add mod">
          <ac:chgData name="abdullah caliskan" userId="dd00e77f03af9673" providerId="LiveId" clId="{8026579E-E76C-4670-A629-BDB2F4C98E17}" dt="2026-05-11T10:10:36.684" v="352" actId="1076"/>
          <ac:graphicFrameMkLst>
            <pc:docMk/>
            <pc:sldMk cId="2409393071" sldId="257"/>
            <ac:graphicFrameMk id="35" creationId="{173C1153-7B3E-EA23-1853-D63F946BFC00}"/>
          </ac:graphicFrameMkLst>
        </pc:graphicFrameChg>
        <pc:graphicFrameChg chg="add mod">
          <ac:chgData name="abdullah caliskan" userId="dd00e77f03af9673" providerId="LiveId" clId="{8026579E-E76C-4670-A629-BDB2F4C98E17}" dt="2026-05-11T10:10:18.018" v="348" actId="14100"/>
          <ac:graphicFrameMkLst>
            <pc:docMk/>
            <pc:sldMk cId="2409393071" sldId="257"/>
            <ac:graphicFrameMk id="36" creationId="{FBCEF18E-E91C-1A8B-7A99-20AFB8BBC1F1}"/>
          </ac:graphicFrameMkLst>
        </pc:graphicFrameChg>
      </pc:sldChg>
      <pc:sldChg chg="addSp delSp modSp new mod setBg">
        <pc:chgData name="abdullah caliskan" userId="dd00e77f03af9673" providerId="LiveId" clId="{8026579E-E76C-4670-A629-BDB2F4C98E17}" dt="2026-05-11T10:03:03.689" v="272" actId="1076"/>
        <pc:sldMkLst>
          <pc:docMk/>
          <pc:sldMk cId="331112233" sldId="258"/>
        </pc:sldMkLst>
        <pc:spChg chg="mod">
          <ac:chgData name="abdullah caliskan" userId="dd00e77f03af9673" providerId="LiveId" clId="{8026579E-E76C-4670-A629-BDB2F4C98E17}" dt="2026-05-11T10:02:58.316" v="268" actId="1076"/>
          <ac:spMkLst>
            <pc:docMk/>
            <pc:sldMk cId="331112233" sldId="258"/>
            <ac:spMk id="2" creationId="{32A1D9A2-8D30-3B36-C3CD-1BE8C88E5A14}"/>
          </ac:spMkLst>
        </pc:spChg>
        <pc:spChg chg="add del mod">
          <ac:chgData name="abdullah caliskan" userId="dd00e77f03af9673" providerId="LiveId" clId="{8026579E-E76C-4670-A629-BDB2F4C98E17}" dt="2026-05-11T09:57:19.339" v="205" actId="478"/>
          <ac:spMkLst>
            <pc:docMk/>
            <pc:sldMk cId="331112233" sldId="258"/>
            <ac:spMk id="5" creationId="{E81D4DF7-D652-D0B5-7736-3A3119DCDF03}"/>
          </ac:spMkLst>
        </pc:spChg>
        <pc:spChg chg="add del mod">
          <ac:chgData name="abdullah caliskan" userId="dd00e77f03af9673" providerId="LiveId" clId="{8026579E-E76C-4670-A629-BDB2F4C98E17}" dt="2026-05-11T10:02:02.877" v="249" actId="22"/>
          <ac:spMkLst>
            <pc:docMk/>
            <pc:sldMk cId="331112233" sldId="258"/>
            <ac:spMk id="7" creationId="{FDA7884D-1566-C62A-45E9-8A40E97868D7}"/>
          </ac:spMkLst>
        </pc:spChg>
        <pc:spChg chg="add del mod">
          <ac:chgData name="abdullah caliskan" userId="dd00e77f03af9673" providerId="LiveId" clId="{8026579E-E76C-4670-A629-BDB2F4C98E17}" dt="2026-05-11T10:02:42.377" v="264" actId="478"/>
          <ac:spMkLst>
            <pc:docMk/>
            <pc:sldMk cId="331112233" sldId="258"/>
            <ac:spMk id="11" creationId="{F0BFE641-7BD3-79C6-3636-0E0C0130732F}"/>
          </ac:spMkLst>
        </pc:spChg>
        <pc:spChg chg="add del">
          <ac:chgData name="abdullah caliskan" userId="dd00e77f03af9673" providerId="LiveId" clId="{8026579E-E76C-4670-A629-BDB2F4C98E17}" dt="2026-05-11T10:02:27.275" v="261" actId="26606"/>
          <ac:spMkLst>
            <pc:docMk/>
            <pc:sldMk cId="331112233" sldId="258"/>
            <ac:spMk id="13" creationId="{89DC4028-9732-1D10-8396-6B4E977661BF}"/>
          </ac:spMkLst>
        </pc:spChg>
        <pc:spChg chg="add">
          <ac:chgData name="abdullah caliskan" userId="dd00e77f03af9673" providerId="LiveId" clId="{8026579E-E76C-4670-A629-BDB2F4C98E17}" dt="2026-05-11T10:02:39.243" v="263" actId="26606"/>
          <ac:spMkLst>
            <pc:docMk/>
            <pc:sldMk cId="331112233" sldId="258"/>
            <ac:spMk id="14" creationId="{100EDD19-6802-4EC3-95CE-CFFAB042CFD6}"/>
          </ac:spMkLst>
        </pc:spChg>
        <pc:spChg chg="add">
          <ac:chgData name="abdullah caliskan" userId="dd00e77f03af9673" providerId="LiveId" clId="{8026579E-E76C-4670-A629-BDB2F4C98E17}" dt="2026-05-11T10:02:39.243" v="263" actId="26606"/>
          <ac:spMkLst>
            <pc:docMk/>
            <pc:sldMk cId="331112233" sldId="258"/>
            <ac:spMk id="15" creationId="{DB17E863-922E-4C26-BD64-E8FD41D28661}"/>
          </ac:spMkLst>
        </pc:spChg>
        <pc:spChg chg="add del">
          <ac:chgData name="abdullah caliskan" userId="dd00e77f03af9673" providerId="LiveId" clId="{8026579E-E76C-4670-A629-BDB2F4C98E17}" dt="2026-05-11T10:02:27.275" v="261" actId="26606"/>
          <ac:spMkLst>
            <pc:docMk/>
            <pc:sldMk cId="331112233" sldId="258"/>
            <ac:spMk id="16" creationId="{84ECDE7A-6944-466D-8FFE-149A29BA6BAE}"/>
          </ac:spMkLst>
        </pc:spChg>
        <pc:spChg chg="add del">
          <ac:chgData name="abdullah caliskan" userId="dd00e77f03af9673" providerId="LiveId" clId="{8026579E-E76C-4670-A629-BDB2F4C98E17}" dt="2026-05-11T10:02:27.275" v="261" actId="26606"/>
          <ac:spMkLst>
            <pc:docMk/>
            <pc:sldMk cId="331112233" sldId="258"/>
            <ac:spMk id="18" creationId="{B3420082-9415-44EC-802E-C77D71D59C57}"/>
          </ac:spMkLst>
        </pc:spChg>
        <pc:spChg chg="add del">
          <ac:chgData name="abdullah caliskan" userId="dd00e77f03af9673" providerId="LiveId" clId="{8026579E-E76C-4670-A629-BDB2F4C98E17}" dt="2026-05-11T10:02:27.275" v="261" actId="26606"/>
          <ac:spMkLst>
            <pc:docMk/>
            <pc:sldMk cId="331112233" sldId="258"/>
            <ac:spMk id="20" creationId="{55A52C45-1FCB-4636-A80F-2849B8226C01}"/>
          </ac:spMkLst>
        </pc:spChg>
        <pc:spChg chg="add del">
          <ac:chgData name="abdullah caliskan" userId="dd00e77f03af9673" providerId="LiveId" clId="{8026579E-E76C-4670-A629-BDB2F4C98E17}" dt="2026-05-11T10:02:27.275" v="261" actId="26606"/>
          <ac:spMkLst>
            <pc:docMk/>
            <pc:sldMk cId="331112233" sldId="258"/>
            <ac:spMk id="22" creationId="{768EB4DD-3704-43AD-92B3-C4E0C6EA92CB}"/>
          </ac:spMkLst>
        </pc:spChg>
        <pc:graphicFrameChg chg="add del mod">
          <ac:chgData name="abdullah caliskan" userId="dd00e77f03af9673" providerId="LiveId" clId="{8026579E-E76C-4670-A629-BDB2F4C98E17}" dt="2026-05-11T10:01:15.555" v="248" actId="478"/>
          <ac:graphicFrameMkLst>
            <pc:docMk/>
            <pc:sldMk cId="331112233" sldId="258"/>
            <ac:graphicFrameMk id="4" creationId="{480DCEF1-30C8-6599-499A-10BAABAB5FE6}"/>
          </ac:graphicFrameMkLst>
        </pc:graphicFrameChg>
        <pc:picChg chg="add del mod ord">
          <ac:chgData name="abdullah caliskan" userId="dd00e77f03af9673" providerId="LiveId" clId="{8026579E-E76C-4670-A629-BDB2F4C98E17}" dt="2026-05-11T10:02:29.474" v="262" actId="21"/>
          <ac:picMkLst>
            <pc:docMk/>
            <pc:sldMk cId="331112233" sldId="258"/>
            <ac:picMk id="9" creationId="{58D8701E-77F4-8C43-3A4B-6018D85EEE7E}"/>
          </ac:picMkLst>
        </pc:picChg>
        <pc:picChg chg="add mod">
          <ac:chgData name="abdullah caliskan" userId="dd00e77f03af9673" providerId="LiveId" clId="{8026579E-E76C-4670-A629-BDB2F4C98E17}" dt="2026-05-11T10:03:03.689" v="272" actId="1076"/>
          <ac:picMkLst>
            <pc:docMk/>
            <pc:sldMk cId="331112233" sldId="258"/>
            <ac:picMk id="12" creationId="{58D8701E-77F4-8C43-3A4B-6018D85EEE7E}"/>
          </ac:picMkLst>
        </pc:picChg>
      </pc:sldChg>
      <pc:sldChg chg="addSp delSp modSp new mod ord setBg modAnim delDesignElem">
        <pc:chgData name="abdullah caliskan" userId="dd00e77f03af9673" providerId="LiveId" clId="{8026579E-E76C-4670-A629-BDB2F4C98E17}" dt="2026-05-11T10:11:17.122" v="359" actId="1076"/>
        <pc:sldMkLst>
          <pc:docMk/>
          <pc:sldMk cId="2437720515" sldId="259"/>
        </pc:sldMkLst>
        <pc:spChg chg="add mod">
          <ac:chgData name="abdullah caliskan" userId="dd00e77f03af9673" providerId="LiveId" clId="{8026579E-E76C-4670-A629-BDB2F4C98E17}" dt="2026-05-11T09:59:38.472" v="230" actId="26606"/>
          <ac:spMkLst>
            <pc:docMk/>
            <pc:sldMk cId="2437720515" sldId="259"/>
            <ac:spMk id="4" creationId="{641A666C-A54E-5273-E9B8-A4234CD1E0F2}"/>
          </ac:spMkLst>
        </pc:spChg>
        <pc:spChg chg="add del">
          <ac:chgData name="abdullah caliskan" userId="dd00e77f03af9673" providerId="LiveId" clId="{8026579E-E76C-4670-A629-BDB2F4C98E17}" dt="2026-05-11T09:59:38.472" v="230" actId="26606"/>
          <ac:spMkLst>
            <pc:docMk/>
            <pc:sldMk cId="2437720515" sldId="259"/>
            <ac:spMk id="9" creationId="{93245F62-CCC4-49E4-B95B-EA6C1E790510}"/>
          </ac:spMkLst>
        </pc:spChg>
        <pc:spChg chg="add del">
          <ac:chgData name="abdullah caliskan" userId="dd00e77f03af9673" providerId="LiveId" clId="{8026579E-E76C-4670-A629-BDB2F4C98E17}" dt="2026-05-11T09:59:38.472" v="230" actId="26606"/>
          <ac:spMkLst>
            <pc:docMk/>
            <pc:sldMk cId="2437720515" sldId="259"/>
            <ac:spMk id="11" creationId="{E6C0DD6B-6AA3-448F-9B99-8386295BC1B4}"/>
          </ac:spMkLst>
        </pc:spChg>
        <pc:spChg chg="add">
          <ac:chgData name="abdullah caliskan" userId="dd00e77f03af9673" providerId="LiveId" clId="{8026579E-E76C-4670-A629-BDB2F4C98E17}" dt="2026-05-11T09:59:38.472" v="230" actId="26606"/>
          <ac:spMkLst>
            <pc:docMk/>
            <pc:sldMk cId="2437720515" sldId="259"/>
            <ac:spMk id="16" creationId="{BCED4D40-4B67-4331-AC48-79B82B4A47D8}"/>
          </ac:spMkLst>
        </pc:spChg>
        <pc:spChg chg="add">
          <ac:chgData name="abdullah caliskan" userId="dd00e77f03af9673" providerId="LiveId" clId="{8026579E-E76C-4670-A629-BDB2F4C98E17}" dt="2026-05-11T09:59:38.472" v="230" actId="26606"/>
          <ac:spMkLst>
            <pc:docMk/>
            <pc:sldMk cId="2437720515" sldId="259"/>
            <ac:spMk id="18" creationId="{670CEDEF-4F34-412E-84EE-329C1E936AF5}"/>
          </ac:spMkLst>
        </pc:spChg>
        <pc:spChg chg="add del mod">
          <ac:chgData name="abdullah caliskan" userId="dd00e77f03af9673" providerId="LiveId" clId="{8026579E-E76C-4670-A629-BDB2F4C98E17}" dt="2026-05-11T09:47:15.920" v="122" actId="478"/>
          <ac:spMkLst>
            <pc:docMk/>
            <pc:sldMk cId="2437720515" sldId="259"/>
            <ac:spMk id="21" creationId="{12611140-6F51-4833-AD34-D5379D0D006C}"/>
          </ac:spMkLst>
        </pc:spChg>
        <pc:spChg chg="add del mod">
          <ac:chgData name="abdullah caliskan" userId="dd00e77f03af9673" providerId="LiveId" clId="{8026579E-E76C-4670-A629-BDB2F4C98E17}" dt="2026-05-11T09:47:13.595" v="121" actId="478"/>
          <ac:spMkLst>
            <pc:docMk/>
            <pc:sldMk cId="2437720515" sldId="259"/>
            <ac:spMk id="22" creationId="{E135B887-21B5-89DF-1284-DF92C7E139CD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79" creationId="{231BF440-39FA-4087-84CC-2EEC0BBDAF29}"/>
          </ac:spMkLst>
        </pc:spChg>
        <pc:spChg chg="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81" creationId="{F04E4CBA-303B-48BD-8451-C2701CB0EEBF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83" creationId="{F6CA58B3-AFCC-4A40-9882-50D5080879B0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85" creationId="{75C56826-D4E5-42ED-8529-079651CB3005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87" creationId="{82095FCE-EF05-4443-B97A-85DEE3A5CA17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2437720515" sldId="259"/>
            <ac:spMk id="3089" creationId="{CA00AE6B-AA30-4CF8-BA6F-339B780AD76C}"/>
          </ac:spMkLst>
        </pc:spChg>
        <pc:picChg chg="add mod ord">
          <ac:chgData name="abdullah caliskan" userId="dd00e77f03af9673" providerId="LiveId" clId="{8026579E-E76C-4670-A629-BDB2F4C98E17}" dt="2026-05-11T10:11:17.122" v="359" actId="1076"/>
          <ac:picMkLst>
            <pc:docMk/>
            <pc:sldMk cId="2437720515" sldId="259"/>
            <ac:picMk id="2" creationId="{D3E669A3-8FA5-5425-207D-F45E8EE09C5F}"/>
          </ac:picMkLst>
        </pc:picChg>
        <pc:picChg chg="add del mod modCrop">
          <ac:chgData name="abdullah caliskan" userId="dd00e77f03af9673" providerId="LiveId" clId="{8026579E-E76C-4670-A629-BDB2F4C98E17}" dt="2026-05-11T09:47:09.278" v="119" actId="478"/>
          <ac:picMkLst>
            <pc:docMk/>
            <pc:sldMk cId="2437720515" sldId="259"/>
            <ac:picMk id="5" creationId="{4F115EDA-B315-DA6E-081D-F62FD3E29CD0}"/>
          </ac:picMkLst>
        </pc:picChg>
        <pc:picChg chg="add del mod">
          <ac:chgData name="abdullah caliskan" userId="dd00e77f03af9673" providerId="LiveId" clId="{8026579E-E76C-4670-A629-BDB2F4C98E17}" dt="2026-05-11T09:47:09.921" v="120" actId="478"/>
          <ac:picMkLst>
            <pc:docMk/>
            <pc:sldMk cId="2437720515" sldId="259"/>
            <ac:picMk id="3074" creationId="{0CD54DF2-80DE-B9CD-0BDF-ABC720961EC2}"/>
          </ac:picMkLst>
        </pc:picChg>
      </pc:sldChg>
      <pc:sldChg chg="addSp delSp modSp new del mod ord setBg setClrOvrMap">
        <pc:chgData name="abdullah caliskan" userId="dd00e77f03af9673" providerId="LiveId" clId="{8026579E-E76C-4670-A629-BDB2F4C98E17}" dt="2026-05-11T09:54:09.453" v="184" actId="47"/>
        <pc:sldMkLst>
          <pc:docMk/>
          <pc:sldMk cId="2366443292" sldId="260"/>
        </pc:sldMkLst>
        <pc:spChg chg="add del mo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2" creationId="{80173DEF-6F56-2209-A2A1-D164A8536A2D}"/>
          </ac:spMkLst>
        </pc:spChg>
        <pc:spChg chg="add mod">
          <ac:chgData name="abdullah caliskan" userId="dd00e77f03af9673" providerId="LiveId" clId="{8026579E-E76C-4670-A629-BDB2F4C98E17}" dt="2026-05-11T09:52:51.491" v="163" actId="21"/>
          <ac:spMkLst>
            <pc:docMk/>
            <pc:sldMk cId="2366443292" sldId="260"/>
            <ac:spMk id="4" creationId="{1AFD349F-81BA-C602-6CEC-9B5D4430F9AC}"/>
          </ac:spMkLst>
        </pc:spChg>
        <pc:spChg chg="add del">
          <ac:chgData name="abdullah caliskan" userId="dd00e77f03af9673" providerId="LiveId" clId="{8026579E-E76C-4670-A629-BDB2F4C98E17}" dt="2026-05-11T09:41:20.679" v="114" actId="26606"/>
          <ac:spMkLst>
            <pc:docMk/>
            <pc:sldMk cId="2366443292" sldId="260"/>
            <ac:spMk id="10" creationId="{32BC26D8-82FB-445E-AA49-62A77D7C1EE0}"/>
          </ac:spMkLst>
        </pc:spChg>
        <pc:spChg chg="add del">
          <ac:chgData name="abdullah caliskan" userId="dd00e77f03af9673" providerId="LiveId" clId="{8026579E-E76C-4670-A629-BDB2F4C98E17}" dt="2026-05-11T09:41:20.679" v="114" actId="26606"/>
          <ac:spMkLst>
            <pc:docMk/>
            <pc:sldMk cId="2366443292" sldId="260"/>
            <ac:spMk id="12" creationId="{CB44330D-EA18-4254-AA95-EB49948539B8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14" creationId="{29FDB030-9B49-4CED-8CCD-4D99382388AC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15" creationId="{F3060C83-F051-4F0E-ABAD-AA0DFC48B218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16" creationId="{3783CA14-24A1-485C-8B30-D6A5D87987AD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17" creationId="{83C98ABE-055B-441F-B07E-44F97F083C39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18" creationId="{9A97C86A-04D6-40F7-AE84-31AB43E6A846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20" creationId="{FF9F2414-84E8-453E-B1F3-389FDE8192D9}"/>
          </ac:spMkLst>
        </pc:spChg>
        <pc:spChg chg="add">
          <ac:chgData name="abdullah caliskan" userId="dd00e77f03af9673" providerId="LiveId" clId="{8026579E-E76C-4670-A629-BDB2F4C98E17}" dt="2026-05-11T09:41:20.694" v="115" actId="26606"/>
          <ac:spMkLst>
            <pc:docMk/>
            <pc:sldMk cId="2366443292" sldId="260"/>
            <ac:spMk id="22" creationId="{3ECA69A1-7536-43AC-85EF-C7106179F5ED}"/>
          </ac:spMkLst>
        </pc:spChg>
        <pc:picChg chg="add del mod ord">
          <ac:chgData name="abdullah caliskan" userId="dd00e77f03af9673" providerId="LiveId" clId="{8026579E-E76C-4670-A629-BDB2F4C98E17}" dt="2026-05-11T09:52:51.491" v="163" actId="21"/>
          <ac:picMkLst>
            <pc:docMk/>
            <pc:sldMk cId="2366443292" sldId="260"/>
            <ac:picMk id="5" creationId="{1D08E5AA-6977-CABF-80A9-2982A5A5DF8A}"/>
          </ac:picMkLst>
        </pc:picChg>
      </pc:sldChg>
      <pc:sldChg chg="addSp delSp modSp new mod setBg">
        <pc:chgData name="abdullah caliskan" userId="dd00e77f03af9673" providerId="LiveId" clId="{8026579E-E76C-4670-A629-BDB2F4C98E17}" dt="2026-05-11T10:13:35.672" v="367" actId="1076"/>
        <pc:sldMkLst>
          <pc:docMk/>
          <pc:sldMk cId="4137927678" sldId="261"/>
        </pc:sldMkLst>
        <pc:spChg chg="mod">
          <ac:chgData name="abdullah caliskan" userId="dd00e77f03af9673" providerId="LiveId" clId="{8026579E-E76C-4670-A629-BDB2F4C98E17}" dt="2026-05-11T09:59:46.422" v="231" actId="26606"/>
          <ac:spMkLst>
            <pc:docMk/>
            <pc:sldMk cId="4137927678" sldId="261"/>
            <ac:spMk id="2" creationId="{697D7956-858E-46B0-01F3-2CD9A4141267}"/>
          </ac:spMkLst>
        </pc:spChg>
        <pc:spChg chg="add del mod">
          <ac:chgData name="abdullah caliskan" userId="dd00e77f03af9673" providerId="LiveId" clId="{8026579E-E76C-4670-A629-BDB2F4C98E17}" dt="2026-05-11T10:11:59.319" v="364" actId="478"/>
          <ac:spMkLst>
            <pc:docMk/>
            <pc:sldMk cId="4137927678" sldId="261"/>
            <ac:spMk id="8" creationId="{B047F59E-7F59-E5C3-D1F5-F1BA92986ED6}"/>
          </ac:spMkLst>
        </pc:spChg>
        <pc:spChg chg="add">
          <ac:chgData name="abdullah caliskan" userId="dd00e77f03af9673" providerId="LiveId" clId="{8026579E-E76C-4670-A629-BDB2F4C98E17}" dt="2026-05-11T09:59:46.422" v="231" actId="26606"/>
          <ac:spMkLst>
            <pc:docMk/>
            <pc:sldMk cId="4137927678" sldId="261"/>
            <ac:spMk id="10" creationId="{C4879EFC-8E62-4E00-973C-C45EE9EC676D}"/>
          </ac:spMkLst>
        </pc:spChg>
        <pc:spChg chg="add mod">
          <ac:chgData name="abdullah caliskan" userId="dd00e77f03af9673" providerId="LiveId" clId="{8026579E-E76C-4670-A629-BDB2F4C98E17}" dt="2026-05-11T10:13:35.672" v="367" actId="1076"/>
          <ac:spMkLst>
            <pc:docMk/>
            <pc:sldMk cId="4137927678" sldId="261"/>
            <ac:spMk id="11" creationId="{C19C19F6-FF85-F9E3-F8C0-06D58FB0BB38}"/>
          </ac:spMkLst>
        </pc:spChg>
        <pc:spChg chg="add">
          <ac:chgData name="abdullah caliskan" userId="dd00e77f03af9673" providerId="LiveId" clId="{8026579E-E76C-4670-A629-BDB2F4C98E17}" dt="2026-05-11T09:59:46.422" v="231" actId="26606"/>
          <ac:spMkLst>
            <pc:docMk/>
            <pc:sldMk cId="4137927678" sldId="261"/>
            <ac:spMk id="12" creationId="{D6A9C53F-5F90-40A5-8C85-5412D39C8C68}"/>
          </ac:spMkLst>
        </pc:spChg>
        <pc:picChg chg="add mod modCrop">
          <ac:chgData name="abdullah caliskan" userId="dd00e77f03af9673" providerId="LiveId" clId="{8026579E-E76C-4670-A629-BDB2F4C98E17}" dt="2026-05-11T10:04:08.137" v="282" actId="14100"/>
          <ac:picMkLst>
            <pc:docMk/>
            <pc:sldMk cId="4137927678" sldId="261"/>
            <ac:picMk id="3" creationId="{1D08E5AA-6977-CABF-80A9-2982A5A5DF8A}"/>
          </ac:picMkLst>
        </pc:picChg>
        <pc:picChg chg="add mod ord modCrop">
          <ac:chgData name="abdullah caliskan" userId="dd00e77f03af9673" providerId="LiveId" clId="{8026579E-E76C-4670-A629-BDB2F4C98E17}" dt="2026-05-11T10:04:07.735" v="281" actId="1076"/>
          <ac:picMkLst>
            <pc:docMk/>
            <pc:sldMk cId="4137927678" sldId="261"/>
            <ac:picMk id="5" creationId="{5AFCE0A9-3DC7-E8CE-A9D6-8155941BB01A}"/>
          </ac:picMkLst>
        </pc:picChg>
        <pc:cxnChg chg="add del">
          <ac:chgData name="abdullah caliskan" userId="dd00e77f03af9673" providerId="LiveId" clId="{8026579E-E76C-4670-A629-BDB2F4C98E17}" dt="2026-05-11T10:11:33.422" v="361" actId="478"/>
          <ac:cxnSpMkLst>
            <pc:docMk/>
            <pc:sldMk cId="4137927678" sldId="261"/>
            <ac:cxnSpMk id="7" creationId="{D68D20D7-8B52-C354-76C1-5185F557C7D9}"/>
          </ac:cxnSpMkLst>
        </pc:cxnChg>
      </pc:sldChg>
      <pc:sldChg chg="addSp delSp modSp new mod ord setBg delDesignElem">
        <pc:chgData name="abdullah caliskan" userId="dd00e77f03af9673" providerId="LiveId" clId="{8026579E-E76C-4670-A629-BDB2F4C98E17}" dt="2026-05-11T10:11:06.537" v="358" actId="1076"/>
        <pc:sldMkLst>
          <pc:docMk/>
          <pc:sldMk cId="1865774810" sldId="262"/>
        </pc:sldMkLst>
        <pc:spChg chg="del mod">
          <ac:chgData name="abdullah caliskan" userId="dd00e77f03af9673" providerId="LiveId" clId="{8026579E-E76C-4670-A629-BDB2F4C98E17}" dt="2026-05-11T09:48:53.286" v="134" actId="478"/>
          <ac:spMkLst>
            <pc:docMk/>
            <pc:sldMk cId="1865774810" sldId="262"/>
            <ac:spMk id="2" creationId="{58C60793-D108-C873-4A0A-813A9D663EE7}"/>
          </ac:spMkLst>
        </pc:spChg>
        <pc:spChg chg="add mod">
          <ac:chgData name="abdullah caliskan" userId="dd00e77f03af9673" providerId="LiveId" clId="{8026579E-E76C-4670-A629-BDB2F4C98E17}" dt="2026-05-11T09:59:59.605" v="232" actId="26606"/>
          <ac:spMkLst>
            <pc:docMk/>
            <pc:sldMk cId="1865774810" sldId="262"/>
            <ac:spMk id="4" creationId="{275EE57B-2C4A-ABA7-6C7D-93C1FF956482}"/>
          </ac:spMkLst>
        </pc:spChg>
        <pc:spChg chg="add del">
          <ac:chgData name="abdullah caliskan" userId="dd00e77f03af9673" providerId="LiveId" clId="{8026579E-E76C-4670-A629-BDB2F4C98E17}" dt="2026-05-11T10:03:16.289" v="273" actId="478"/>
          <ac:spMkLst>
            <pc:docMk/>
            <pc:sldMk cId="1865774810" sldId="262"/>
            <ac:spMk id="11" creationId="{FE35BF87-6894-26AA-8563-D90987D2DC1B}"/>
          </ac:spMkLst>
        </pc:spChg>
        <pc:spChg chg="add">
          <ac:chgData name="abdullah caliskan" userId="dd00e77f03af9673" providerId="LiveId" clId="{8026579E-E76C-4670-A629-BDB2F4C98E17}" dt="2026-05-11T09:59:59.605" v="232" actId="26606"/>
          <ac:spMkLst>
            <pc:docMk/>
            <pc:sldMk cId="1865774810" sldId="262"/>
            <ac:spMk id="14" creationId="{743AA782-23D1-4521-8CAD-47662984AA08}"/>
          </ac:spMkLst>
        </pc:spChg>
        <pc:spChg chg="add">
          <ac:chgData name="abdullah caliskan" userId="dd00e77f03af9673" providerId="LiveId" clId="{8026579E-E76C-4670-A629-BDB2F4C98E17}" dt="2026-05-11T09:59:59.605" v="232" actId="26606"/>
          <ac:spMkLst>
            <pc:docMk/>
            <pc:sldMk cId="1865774810" sldId="262"/>
            <ac:spMk id="16" creationId="{650D18FE-0824-4A46-B22C-A86B52E5780A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1865774810" sldId="262"/>
            <ac:spMk id="19" creationId="{3C54F4CE-85F0-46ED-80DA-9518C9251AD1}"/>
          </ac:spMkLst>
        </pc:spChg>
        <pc:spChg chg="add del">
          <ac:chgData name="abdullah caliskan" userId="dd00e77f03af9673" providerId="LiveId" clId="{8026579E-E76C-4670-A629-BDB2F4C98E17}" dt="2026-05-11T09:32:18.834" v="106"/>
          <ac:spMkLst>
            <pc:docMk/>
            <pc:sldMk cId="1865774810" sldId="262"/>
            <ac:spMk id="21" creationId="{DADD1FCA-8ACB-4958-81DD-4CDD6D3E1921}"/>
          </ac:spMkLst>
        </pc:spChg>
        <pc:picChg chg="add mod ord">
          <ac:chgData name="abdullah caliskan" userId="dd00e77f03af9673" providerId="LiveId" clId="{8026579E-E76C-4670-A629-BDB2F4C98E17}" dt="2026-05-11T10:11:06.537" v="358" actId="1076"/>
          <ac:picMkLst>
            <pc:docMk/>
            <pc:sldMk cId="1865774810" sldId="262"/>
            <ac:picMk id="7" creationId="{5DDBCCBF-184A-6765-156E-A951CD4F12C4}"/>
          </ac:picMkLst>
        </pc:picChg>
      </pc:sldChg>
      <pc:sldChg chg="addSp delSp modSp new mod setBg">
        <pc:chgData name="abdullah caliskan" userId="dd00e77f03af9673" providerId="LiveId" clId="{8026579E-E76C-4670-A629-BDB2F4C98E17}" dt="2026-05-11T10:09:15.278" v="338" actId="1076"/>
        <pc:sldMkLst>
          <pc:docMk/>
          <pc:sldMk cId="4162800323" sldId="263"/>
        </pc:sldMkLst>
        <pc:spChg chg="add mod">
          <ac:chgData name="abdullah caliskan" userId="dd00e77f03af9673" providerId="LiveId" clId="{8026579E-E76C-4670-A629-BDB2F4C98E17}" dt="2026-05-11T10:07:09.695" v="294" actId="26606"/>
          <ac:spMkLst>
            <pc:docMk/>
            <pc:sldMk cId="4162800323" sldId="263"/>
            <ac:spMk id="3" creationId="{6F11EF34-D4CC-183D-8354-64D4ADB1EC1D}"/>
          </ac:spMkLst>
        </pc:spChg>
        <pc:spChg chg="add">
          <ac:chgData name="abdullah caliskan" userId="dd00e77f03af9673" providerId="LiveId" clId="{8026579E-E76C-4670-A629-BDB2F4C98E17}" dt="2026-05-11T10:05:59.924" v="283"/>
          <ac:spMkLst>
            <pc:docMk/>
            <pc:sldMk cId="4162800323" sldId="263"/>
            <ac:spMk id="4" creationId="{C300E664-89E0-ED98-7F93-080B05F2CB07}"/>
          </ac:spMkLst>
        </pc:spChg>
        <pc:spChg chg="add mod">
          <ac:chgData name="abdullah caliskan" userId="dd00e77f03af9673" providerId="LiveId" clId="{8026579E-E76C-4670-A629-BDB2F4C98E17}" dt="2026-05-11T10:09:15.278" v="338" actId="1076"/>
          <ac:spMkLst>
            <pc:docMk/>
            <pc:sldMk cId="4162800323" sldId="263"/>
            <ac:spMk id="5" creationId="{98B9CD26-EB9A-50F4-37C8-69E9A3D18BD3}"/>
          </ac:spMkLst>
        </pc:spChg>
        <pc:spChg chg="add del mod">
          <ac:chgData name="abdullah caliskan" userId="dd00e77f03af9673" providerId="LiveId" clId="{8026579E-E76C-4670-A629-BDB2F4C98E17}" dt="2026-05-11T10:08:49.984" v="330" actId="478"/>
          <ac:spMkLst>
            <pc:docMk/>
            <pc:sldMk cId="4162800323" sldId="263"/>
            <ac:spMk id="6" creationId="{B766E14B-A72D-13F2-E0DA-963D491D563F}"/>
          </ac:spMkLst>
        </pc:spChg>
        <pc:spChg chg="add">
          <ac:chgData name="abdullah caliskan" userId="dd00e77f03af9673" providerId="LiveId" clId="{8026579E-E76C-4670-A629-BDB2F4C98E17}" dt="2026-05-11T10:07:09.695" v="294" actId="26606"/>
          <ac:spMkLst>
            <pc:docMk/>
            <pc:sldMk cId="4162800323" sldId="263"/>
            <ac:spMk id="11" creationId="{18873D23-2DCF-4B31-A009-95721C06E8E1}"/>
          </ac:spMkLst>
        </pc:spChg>
        <pc:spChg chg="add">
          <ac:chgData name="abdullah caliskan" userId="dd00e77f03af9673" providerId="LiveId" clId="{8026579E-E76C-4670-A629-BDB2F4C98E17}" dt="2026-05-11T10:07:09.695" v="294" actId="26606"/>
          <ac:spMkLst>
            <pc:docMk/>
            <pc:sldMk cId="4162800323" sldId="263"/>
            <ac:spMk id="13" creationId="{C13EF075-D4EF-4929-ADBC-91B27DA19955}"/>
          </ac:spMkLst>
        </pc:spChg>
        <pc:grpChg chg="add">
          <ac:chgData name="abdullah caliskan" userId="dd00e77f03af9673" providerId="LiveId" clId="{8026579E-E76C-4670-A629-BDB2F4C98E17}" dt="2026-05-11T10:07:09.695" v="294" actId="26606"/>
          <ac:grpSpMkLst>
            <pc:docMk/>
            <pc:sldMk cId="4162800323" sldId="263"/>
            <ac:grpSpMk id="15" creationId="{DAA26DFA-AAB2-4973-9C17-16D587C7B198}"/>
          </ac:grpSpMkLst>
        </pc:grpChg>
      </pc:sldChg>
      <pc:sldChg chg="addSp delSp modSp new mod setBg">
        <pc:chgData name="abdullah caliskan" userId="dd00e77f03af9673" providerId="LiveId" clId="{8026579E-E76C-4670-A629-BDB2F4C98E17}" dt="2026-05-11T10:14:55.757" v="399" actId="2711"/>
        <pc:sldMkLst>
          <pc:docMk/>
          <pc:sldMk cId="3018449201" sldId="264"/>
        </pc:sldMkLst>
        <pc:spChg chg="add mod">
          <ac:chgData name="abdullah caliskan" userId="dd00e77f03af9673" providerId="LiveId" clId="{8026579E-E76C-4670-A629-BDB2F4C98E17}" dt="2026-05-11T10:14:55.757" v="399" actId="2711"/>
          <ac:spMkLst>
            <pc:docMk/>
            <pc:sldMk cId="3018449201" sldId="264"/>
            <ac:spMk id="2" creationId="{5A56D363-1F1B-3694-E2ED-36FDA8CE62F8}"/>
          </ac:spMkLst>
        </pc:spChg>
        <pc:spChg chg="add del">
          <ac:chgData name="abdullah caliskan" userId="dd00e77f03af9673" providerId="LiveId" clId="{8026579E-E76C-4670-A629-BDB2F4C98E17}" dt="2026-05-11T10:14:21.238" v="386" actId="26606"/>
          <ac:spMkLst>
            <pc:docMk/>
            <pc:sldMk cId="3018449201" sldId="264"/>
            <ac:spMk id="7" creationId="{4BC99CB9-DDAD-44A2-8A1C-E3AF4E72DF5C}"/>
          </ac:spMkLst>
        </pc:spChg>
        <pc:spChg chg="add del">
          <ac:chgData name="abdullah caliskan" userId="dd00e77f03af9673" providerId="LiveId" clId="{8026579E-E76C-4670-A629-BDB2F4C98E17}" dt="2026-05-11T10:14:16.676" v="384" actId="26606"/>
          <ac:spMkLst>
            <pc:docMk/>
            <pc:sldMk cId="3018449201" sldId="264"/>
            <ac:spMk id="9" creationId="{EDDBB197-D710-4A4F-A9CA-FD2177498BE8}"/>
          </ac:spMkLst>
        </pc:spChg>
        <pc:spChg chg="add del">
          <ac:chgData name="abdullah caliskan" userId="dd00e77f03af9673" providerId="LiveId" clId="{8026579E-E76C-4670-A629-BDB2F4C98E17}" dt="2026-05-11T10:14:16.676" v="384" actId="26606"/>
          <ac:spMkLst>
            <pc:docMk/>
            <pc:sldMk cId="3018449201" sldId="264"/>
            <ac:spMk id="11" creationId="{975D1CFA-2CDB-4B64-BD9F-85744E8DA12F}"/>
          </ac:spMkLst>
        </pc:spChg>
        <pc:spChg chg="add del">
          <ac:chgData name="abdullah caliskan" userId="dd00e77f03af9673" providerId="LiveId" clId="{8026579E-E76C-4670-A629-BDB2F4C98E17}" dt="2026-05-11T10:14:21.238" v="386" actId="26606"/>
          <ac:spMkLst>
            <pc:docMk/>
            <pc:sldMk cId="3018449201" sldId="264"/>
            <ac:spMk id="22" creationId="{64053CBF-3932-45FF-8285-EE5146085F3A}"/>
          </ac:spMkLst>
        </pc:spChg>
        <pc:spChg chg="add del">
          <ac:chgData name="abdullah caliskan" userId="dd00e77f03af9673" providerId="LiveId" clId="{8026579E-E76C-4670-A629-BDB2F4C98E17}" dt="2026-05-11T10:14:23.627" v="388" actId="26606"/>
          <ac:spMkLst>
            <pc:docMk/>
            <pc:sldMk cId="3018449201" sldId="264"/>
            <ac:spMk id="29" creationId="{4BC99CB9-DDAD-44A2-8A1C-E3AF4E72DF5C}"/>
          </ac:spMkLst>
        </pc:spChg>
        <pc:spChg chg="add del">
          <ac:chgData name="abdullah caliskan" userId="dd00e77f03af9673" providerId="LiveId" clId="{8026579E-E76C-4670-A629-BDB2F4C98E17}" dt="2026-05-11T10:14:23.627" v="388" actId="26606"/>
          <ac:spMkLst>
            <pc:docMk/>
            <pc:sldMk cId="3018449201" sldId="264"/>
            <ac:spMk id="30" creationId="{1561AEE4-4E38-4BAC-976D-E0DE523FC5D1}"/>
          </ac:spMkLst>
        </pc:spChg>
        <pc:spChg chg="add del">
          <ac:chgData name="abdullah caliskan" userId="dd00e77f03af9673" providerId="LiveId" clId="{8026579E-E76C-4670-A629-BDB2F4C98E17}" dt="2026-05-11T10:14:25.227" v="390" actId="26606"/>
          <ac:spMkLst>
            <pc:docMk/>
            <pc:sldMk cId="3018449201" sldId="264"/>
            <ac:spMk id="36" creationId="{87BF42CA-AD55-48B4-8949-C4DCA60A6AEE}"/>
          </ac:spMkLst>
        </pc:spChg>
        <pc:spChg chg="add del">
          <ac:chgData name="abdullah caliskan" userId="dd00e77f03af9673" providerId="LiveId" clId="{8026579E-E76C-4670-A629-BDB2F4C98E17}" dt="2026-05-11T10:14:25.227" v="390" actId="26606"/>
          <ac:spMkLst>
            <pc:docMk/>
            <pc:sldMk cId="3018449201" sldId="264"/>
            <ac:spMk id="37" creationId="{66AE1D3D-3106-4CB2-AA7C-0C1642AC0F2E}"/>
          </ac:spMkLst>
        </pc:spChg>
        <pc:spChg chg="add del">
          <ac:chgData name="abdullah caliskan" userId="dd00e77f03af9673" providerId="LiveId" clId="{8026579E-E76C-4670-A629-BDB2F4C98E17}" dt="2026-05-11T10:14:36.083" v="397" actId="26606"/>
          <ac:spMkLst>
            <pc:docMk/>
            <pc:sldMk cId="3018449201" sldId="264"/>
            <ac:spMk id="44" creationId="{4BC99CB9-DDAD-44A2-8A1C-E3AF4E72DF5C}"/>
          </ac:spMkLst>
        </pc:spChg>
        <pc:spChg chg="add del">
          <ac:chgData name="abdullah caliskan" userId="dd00e77f03af9673" providerId="LiveId" clId="{8026579E-E76C-4670-A629-BDB2F4C98E17}" dt="2026-05-11T10:14:33.706" v="394" actId="26606"/>
          <ac:spMkLst>
            <pc:docMk/>
            <pc:sldMk cId="3018449201" sldId="264"/>
            <ac:spMk id="53" creationId="{A8DB9CD9-59B1-4D73-BC4C-98796A48EF9B}"/>
          </ac:spMkLst>
        </pc:spChg>
        <pc:spChg chg="add del">
          <ac:chgData name="abdullah caliskan" userId="dd00e77f03af9673" providerId="LiveId" clId="{8026579E-E76C-4670-A629-BDB2F4C98E17}" dt="2026-05-11T10:14:33.706" v="394" actId="26606"/>
          <ac:spMkLst>
            <pc:docMk/>
            <pc:sldMk cId="3018449201" sldId="264"/>
            <ac:spMk id="55" creationId="{8874A6A9-41FF-4E33-AFA8-F9F81436A59E}"/>
          </ac:spMkLst>
        </pc:spChg>
        <pc:spChg chg="add del">
          <ac:chgData name="abdullah caliskan" userId="dd00e77f03af9673" providerId="LiveId" clId="{8026579E-E76C-4670-A629-BDB2F4C98E17}" dt="2026-05-11T10:14:36.058" v="396" actId="26606"/>
          <ac:spMkLst>
            <pc:docMk/>
            <pc:sldMk cId="3018449201" sldId="264"/>
            <ac:spMk id="67" creationId="{73A25D70-4A55-4F72-B9C5-A69CDBF4DB42}"/>
          </ac:spMkLst>
        </pc:spChg>
        <pc:spChg chg="add del">
          <ac:chgData name="abdullah caliskan" userId="dd00e77f03af9673" providerId="LiveId" clId="{8026579E-E76C-4670-A629-BDB2F4C98E17}" dt="2026-05-11T10:14:36.058" v="396" actId="26606"/>
          <ac:spMkLst>
            <pc:docMk/>
            <pc:sldMk cId="3018449201" sldId="264"/>
            <ac:spMk id="73" creationId="{54957100-6D8B-4161-9F2F-C0A949EC84C4}"/>
          </ac:spMkLst>
        </pc:spChg>
        <pc:spChg chg="add del">
          <ac:chgData name="abdullah caliskan" userId="dd00e77f03af9673" providerId="LiveId" clId="{8026579E-E76C-4670-A629-BDB2F4C98E17}" dt="2026-05-11T10:14:36.058" v="396" actId="26606"/>
          <ac:spMkLst>
            <pc:docMk/>
            <pc:sldMk cId="3018449201" sldId="264"/>
            <ac:spMk id="79" creationId="{CBCB02B1-1B82-403C-B7D2-E2CED1882F50}"/>
          </ac:spMkLst>
        </pc:spChg>
        <pc:spChg chg="add">
          <ac:chgData name="abdullah caliskan" userId="dd00e77f03af9673" providerId="LiveId" clId="{8026579E-E76C-4670-A629-BDB2F4C98E17}" dt="2026-05-11T10:14:36.083" v="397" actId="26606"/>
          <ac:spMkLst>
            <pc:docMk/>
            <pc:sldMk cId="3018449201" sldId="264"/>
            <ac:spMk id="87" creationId="{5A292AEA-2528-46C0-B426-95822B6141FB}"/>
          </ac:spMkLst>
        </pc:spChg>
        <pc:spChg chg="add">
          <ac:chgData name="abdullah caliskan" userId="dd00e77f03af9673" providerId="LiveId" clId="{8026579E-E76C-4670-A629-BDB2F4C98E17}" dt="2026-05-11T10:14:36.083" v="397" actId="26606"/>
          <ac:spMkLst>
            <pc:docMk/>
            <pc:sldMk cId="3018449201" sldId="264"/>
            <ac:spMk id="88" creationId="{D8B7B198-E4DF-43CD-AD8C-199884323745}"/>
          </ac:spMkLst>
        </pc:spChg>
        <pc:spChg chg="add">
          <ac:chgData name="abdullah caliskan" userId="dd00e77f03af9673" providerId="LiveId" clId="{8026579E-E76C-4670-A629-BDB2F4C98E17}" dt="2026-05-11T10:14:36.083" v="397" actId="26606"/>
          <ac:spMkLst>
            <pc:docMk/>
            <pc:sldMk cId="3018449201" sldId="264"/>
            <ac:spMk id="89" creationId="{2BE67753-EA0E-4819-8D22-0B6600CF7231}"/>
          </ac:spMkLst>
        </pc:spChg>
        <pc:grpChg chg="add del">
          <ac:chgData name="abdullah caliskan" userId="dd00e77f03af9673" providerId="LiveId" clId="{8026579E-E76C-4670-A629-BDB2F4C98E17}" dt="2026-05-11T10:14:16.676" v="384" actId="26606"/>
          <ac:grpSpMkLst>
            <pc:docMk/>
            <pc:sldMk cId="3018449201" sldId="264"/>
            <ac:grpSpMk id="13" creationId="{25EE5136-01F1-466C-962D-BA9B4C6757AA}"/>
          </ac:grpSpMkLst>
        </pc:grpChg>
        <pc:grpChg chg="add del">
          <ac:chgData name="abdullah caliskan" userId="dd00e77f03af9673" providerId="LiveId" clId="{8026579E-E76C-4670-A629-BDB2F4C98E17}" dt="2026-05-11T10:14:21.238" v="386" actId="26606"/>
          <ac:grpSpMkLst>
            <pc:docMk/>
            <pc:sldMk cId="3018449201" sldId="264"/>
            <ac:grpSpMk id="23" creationId="{2E751C04-BEA6-446B-A678-9C74819EBD4C}"/>
          </ac:grpSpMkLst>
        </pc:grpChg>
        <pc:grpChg chg="add del">
          <ac:chgData name="abdullah caliskan" userId="dd00e77f03af9673" providerId="LiveId" clId="{8026579E-E76C-4670-A629-BDB2F4C98E17}" dt="2026-05-11T10:14:21.238" v="386" actId="26606"/>
          <ac:grpSpMkLst>
            <pc:docMk/>
            <pc:sldMk cId="3018449201" sldId="264"/>
            <ac:grpSpMk id="27" creationId="{B63ACBA3-DEFD-4C6D-BBA0-64468FA99C2D}"/>
          </ac:grpSpMkLst>
        </pc:grpChg>
        <pc:grpChg chg="add del">
          <ac:chgData name="abdullah caliskan" userId="dd00e77f03af9673" providerId="LiveId" clId="{8026579E-E76C-4670-A629-BDB2F4C98E17}" dt="2026-05-11T10:14:23.627" v="388" actId="26606"/>
          <ac:grpSpMkLst>
            <pc:docMk/>
            <pc:sldMk cId="3018449201" sldId="264"/>
            <ac:grpSpMk id="31" creationId="{F0BC676B-D19A-44DB-910A-0C0E6D433979}"/>
          </ac:grpSpMkLst>
        </pc:grpChg>
        <pc:grpChg chg="add del">
          <ac:chgData name="abdullah caliskan" userId="dd00e77f03af9673" providerId="LiveId" clId="{8026579E-E76C-4670-A629-BDB2F4C98E17}" dt="2026-05-11T10:14:25.227" v="390" actId="26606"/>
          <ac:grpSpMkLst>
            <pc:docMk/>
            <pc:sldMk cId="3018449201" sldId="264"/>
            <ac:grpSpMk id="38" creationId="{0A31B6AF-B711-4CDB-8C2B-16E963DDC4C5}"/>
          </ac:grpSpMkLst>
        </pc:grpChg>
        <pc:grpChg chg="add del">
          <ac:chgData name="abdullah caliskan" userId="dd00e77f03af9673" providerId="LiveId" clId="{8026579E-E76C-4670-A629-BDB2F4C98E17}" dt="2026-05-11T10:14:36.083" v="397" actId="26606"/>
          <ac:grpSpMkLst>
            <pc:docMk/>
            <pc:sldMk cId="3018449201" sldId="264"/>
            <ac:grpSpMk id="45" creationId="{5C3921CD-DDE5-4B57-8FDF-B37ADE4EDAC7}"/>
          </ac:grpSpMkLst>
        </pc:grpChg>
        <pc:grpChg chg="add del">
          <ac:chgData name="abdullah caliskan" userId="dd00e77f03af9673" providerId="LiveId" clId="{8026579E-E76C-4670-A629-BDB2F4C98E17}" dt="2026-05-11T10:14:33.706" v="394" actId="26606"/>
          <ac:grpSpMkLst>
            <pc:docMk/>
            <pc:sldMk cId="3018449201" sldId="264"/>
            <ac:grpSpMk id="57" creationId="{721D730E-1F97-4071-B143-B05E6D2599BC}"/>
          </ac:grpSpMkLst>
        </pc:grpChg>
        <pc:grpChg chg="add">
          <ac:chgData name="abdullah caliskan" userId="dd00e77f03af9673" providerId="LiveId" clId="{8026579E-E76C-4670-A629-BDB2F4C98E17}" dt="2026-05-11T10:14:36.083" v="397" actId="26606"/>
          <ac:grpSpMkLst>
            <pc:docMk/>
            <pc:sldMk cId="3018449201" sldId="264"/>
            <ac:grpSpMk id="59" creationId="{D76D63AC-0421-45EC-B383-E79A61A78C6B}"/>
          </ac:grpSpMkLst>
        </pc:grpChg>
        <pc:grpChg chg="add del">
          <ac:chgData name="abdullah caliskan" userId="dd00e77f03af9673" providerId="LiveId" clId="{8026579E-E76C-4670-A629-BDB2F4C98E17}" dt="2026-05-11T10:14:36.058" v="396" actId="26606"/>
          <ac:grpSpMkLst>
            <pc:docMk/>
            <pc:sldMk cId="3018449201" sldId="264"/>
            <ac:grpSpMk id="68" creationId="{17147D5D-F01F-4164-BD81-D10DC6F23E41}"/>
          </ac:grpSpMkLst>
        </pc:grpChg>
        <pc:grpChg chg="add del">
          <ac:chgData name="abdullah caliskan" userId="dd00e77f03af9673" providerId="LiveId" clId="{8026579E-E76C-4670-A629-BDB2F4C98E17}" dt="2026-05-11T10:14:36.058" v="396" actId="26606"/>
          <ac:grpSpMkLst>
            <pc:docMk/>
            <pc:sldMk cId="3018449201" sldId="264"/>
            <ac:grpSpMk id="74" creationId="{6D0E248E-80AB-4B35-BA8D-F940FCB44326}"/>
          </ac:grpSpMkLst>
        </pc:grpChg>
        <pc:grpChg chg="add del">
          <ac:chgData name="abdullah caliskan" userId="dd00e77f03af9673" providerId="LiveId" clId="{8026579E-E76C-4670-A629-BDB2F4C98E17}" dt="2026-05-11T10:14:36.058" v="396" actId="26606"/>
          <ac:grpSpMkLst>
            <pc:docMk/>
            <pc:sldMk cId="3018449201" sldId="264"/>
            <ac:grpSpMk id="80" creationId="{CCDE13A7-6382-4A67-BEBE-4FF1F37C7F52}"/>
          </ac:grpSpMkLst>
        </pc:grpChg>
        <pc:grpChg chg="add">
          <ac:chgData name="abdullah caliskan" userId="dd00e77f03af9673" providerId="LiveId" clId="{8026579E-E76C-4670-A629-BDB2F4C98E17}" dt="2026-05-11T10:14:36.083" v="397" actId="26606"/>
          <ac:grpSpMkLst>
            <pc:docMk/>
            <pc:sldMk cId="3018449201" sldId="264"/>
            <ac:grpSpMk id="92" creationId="{87F87F1B-42BA-4AC7-A4E2-41544DDB2CE3}"/>
          </ac:grpSpMkLst>
        </pc:grpChg>
        <pc:grpChg chg="add">
          <ac:chgData name="abdullah caliskan" userId="dd00e77f03af9673" providerId="LiveId" clId="{8026579E-E76C-4670-A629-BDB2F4C98E17}" dt="2026-05-11T10:14:36.083" v="397" actId="26606"/>
          <ac:grpSpMkLst>
            <pc:docMk/>
            <pc:sldMk cId="3018449201" sldId="264"/>
            <ac:grpSpMk id="97" creationId="{967346A5-7569-4F15-AB5D-BE3DADF192C0}"/>
          </ac:grpSpMkLst>
        </pc:grpChg>
        <pc:picChg chg="add del">
          <ac:chgData name="abdullah caliskan" userId="dd00e77f03af9673" providerId="LiveId" clId="{8026579E-E76C-4670-A629-BDB2F4C98E17}" dt="2026-05-11T10:14:16.676" v="384" actId="26606"/>
          <ac:picMkLst>
            <pc:docMk/>
            <pc:sldMk cId="3018449201" sldId="264"/>
            <ac:picMk id="6" creationId="{29BCEB1F-9F7C-3494-D263-34791057AEB7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81CDBF-8A77-4CF7-B93B-7E491226ABE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B4BF6B-979A-4462-A1EA-04596BF4B9DD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 📧 Request via Email </a:t>
          </a:r>
          <a:endParaRPr lang="de-DE" dirty="0"/>
        </a:p>
      </dgm:t>
    </dgm:pt>
    <dgm:pt modelId="{043BFA0B-65B9-4C40-9B12-37066F7BE678}" type="parTrans" cxnId="{DCBCC30D-10D3-4B9C-9CA1-AE39FEC15CA4}">
      <dgm:prSet/>
      <dgm:spPr/>
      <dgm:t>
        <a:bodyPr/>
        <a:lstStyle/>
        <a:p>
          <a:endParaRPr lang="de-DE"/>
        </a:p>
      </dgm:t>
    </dgm:pt>
    <dgm:pt modelId="{4E42B386-D8A7-4F4C-BFA6-D65DD078E9E9}" type="sibTrans" cxnId="{DCBCC30D-10D3-4B9C-9CA1-AE39FEC15CA4}">
      <dgm:prSet/>
      <dgm:spPr/>
      <dgm:t>
        <a:bodyPr/>
        <a:lstStyle/>
        <a:p>
          <a:endParaRPr lang="de-DE"/>
        </a:p>
      </dgm:t>
    </dgm:pt>
    <dgm:pt modelId="{FC7AC5CD-2CED-47D6-831A-85D8BF35952C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en-US" b="1" dirty="0"/>
            <a:t> 📝 Manual Data Entry to Excel </a:t>
          </a:r>
          <a:endParaRPr lang="de-DE" dirty="0"/>
        </a:p>
      </dgm:t>
    </dgm:pt>
    <dgm:pt modelId="{1A02E989-3EB0-45FC-80CA-AF0E1D3BC04E}" type="parTrans" cxnId="{045BF268-A031-4458-8384-41ECB7ADAF65}">
      <dgm:prSet/>
      <dgm:spPr/>
      <dgm:t>
        <a:bodyPr/>
        <a:lstStyle/>
        <a:p>
          <a:endParaRPr lang="de-DE"/>
        </a:p>
      </dgm:t>
    </dgm:pt>
    <dgm:pt modelId="{8ADA0ADD-BF66-4BEB-B972-007670BA2AAE}" type="sibTrans" cxnId="{045BF268-A031-4458-8384-41ECB7ADAF65}">
      <dgm:prSet/>
      <dgm:spPr/>
      <dgm:t>
        <a:bodyPr/>
        <a:lstStyle/>
        <a:p>
          <a:endParaRPr lang="de-DE"/>
        </a:p>
      </dgm:t>
    </dgm:pt>
    <dgm:pt modelId="{54D25226-18E1-4FA2-9479-67E087AB94E2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🧮 Manual Calculation (Duration) </a:t>
          </a:r>
          <a:r>
            <a:rPr lang="de-DE" dirty="0"/>
            <a:t> </a:t>
          </a:r>
        </a:p>
      </dgm:t>
    </dgm:pt>
    <dgm:pt modelId="{CB978697-D49E-4A31-BA64-BE5F6DC66B0C}" type="parTrans" cxnId="{5FA08136-5DD0-41A0-A42B-00C9209C05D8}">
      <dgm:prSet/>
      <dgm:spPr/>
      <dgm:t>
        <a:bodyPr/>
        <a:lstStyle/>
        <a:p>
          <a:endParaRPr lang="de-DE"/>
        </a:p>
      </dgm:t>
    </dgm:pt>
    <dgm:pt modelId="{8F935046-ECF1-4A76-9AF0-232ECD6B7947}" type="sibTrans" cxnId="{5FA08136-5DD0-41A0-A42B-00C9209C05D8}">
      <dgm:prSet/>
      <dgm:spPr/>
      <dgm:t>
        <a:bodyPr/>
        <a:lstStyle/>
        <a:p>
          <a:endParaRPr lang="de-DE"/>
        </a:p>
      </dgm:t>
    </dgm:pt>
    <dgm:pt modelId="{39DF8856-02A1-4E47-B81B-B8E17C2089A6}">
      <dgm:prSet phldrT="[Text]"/>
      <dgm:spPr>
        <a:solidFill>
          <a:srgbClr val="FF0000"/>
        </a:solidFill>
      </dgm:spPr>
      <dgm:t>
        <a:bodyPr/>
        <a:lstStyle/>
        <a:p>
          <a:pPr>
            <a:buNone/>
          </a:pPr>
          <a:r>
            <a:rPr lang="de-DE" b="1" dirty="0"/>
            <a:t> 📄 Unstructured Reporting </a:t>
          </a:r>
          <a:endParaRPr lang="de-DE" dirty="0"/>
        </a:p>
      </dgm:t>
    </dgm:pt>
    <dgm:pt modelId="{02B8343F-5B9A-47E8-A5C0-D7F6A5CD0807}" type="parTrans" cxnId="{3E46BCBD-B33E-4FC1-AEE8-ADEF2794B0D8}">
      <dgm:prSet/>
      <dgm:spPr/>
      <dgm:t>
        <a:bodyPr/>
        <a:lstStyle/>
        <a:p>
          <a:endParaRPr lang="de-DE"/>
        </a:p>
      </dgm:t>
    </dgm:pt>
    <dgm:pt modelId="{67D6B628-BD90-4B99-8E01-3A0C8F0519E2}" type="sibTrans" cxnId="{3E46BCBD-B33E-4FC1-AEE8-ADEF2794B0D8}">
      <dgm:prSet/>
      <dgm:spPr/>
      <dgm:t>
        <a:bodyPr/>
        <a:lstStyle/>
        <a:p>
          <a:endParaRPr lang="de-DE"/>
        </a:p>
      </dgm:t>
    </dgm:pt>
    <dgm:pt modelId="{6B0C50D0-3CE8-4468-85B2-E0742E32563F}" type="pres">
      <dgm:prSet presAssocID="{2D81CDBF-8A77-4CF7-B93B-7E491226ABE6}" presName="Name0" presStyleCnt="0">
        <dgm:presLayoutVars>
          <dgm:dir/>
          <dgm:resizeHandles val="exact"/>
        </dgm:presLayoutVars>
      </dgm:prSet>
      <dgm:spPr/>
    </dgm:pt>
    <dgm:pt modelId="{BDDA72BE-41CE-44F2-8145-6B5CC3E8E201}" type="pres">
      <dgm:prSet presAssocID="{5CB4BF6B-979A-4462-A1EA-04596BF4B9DD}" presName="node" presStyleLbl="node1" presStyleIdx="0" presStyleCnt="4">
        <dgm:presLayoutVars>
          <dgm:bulletEnabled val="1"/>
        </dgm:presLayoutVars>
      </dgm:prSet>
      <dgm:spPr/>
    </dgm:pt>
    <dgm:pt modelId="{6CAF3DAD-B202-45FA-9EC8-32CAC6EC3639}" type="pres">
      <dgm:prSet presAssocID="{4E42B386-D8A7-4F4C-BFA6-D65DD078E9E9}" presName="sibTrans" presStyleLbl="sibTrans1D1" presStyleIdx="0" presStyleCnt="3"/>
      <dgm:spPr/>
    </dgm:pt>
    <dgm:pt modelId="{F585BAD0-5C38-4BBC-B96E-0F9368BCCB05}" type="pres">
      <dgm:prSet presAssocID="{4E42B386-D8A7-4F4C-BFA6-D65DD078E9E9}" presName="connectorText" presStyleLbl="sibTrans1D1" presStyleIdx="0" presStyleCnt="3"/>
      <dgm:spPr/>
    </dgm:pt>
    <dgm:pt modelId="{DE9935D9-A280-43FE-B7AE-9DD568743851}" type="pres">
      <dgm:prSet presAssocID="{FC7AC5CD-2CED-47D6-831A-85D8BF35952C}" presName="node" presStyleLbl="node1" presStyleIdx="1" presStyleCnt="4">
        <dgm:presLayoutVars>
          <dgm:bulletEnabled val="1"/>
        </dgm:presLayoutVars>
      </dgm:prSet>
      <dgm:spPr/>
    </dgm:pt>
    <dgm:pt modelId="{15DEEE73-FBC7-4521-B954-8B581CAB2DDE}" type="pres">
      <dgm:prSet presAssocID="{8ADA0ADD-BF66-4BEB-B972-007670BA2AAE}" presName="sibTrans" presStyleLbl="sibTrans1D1" presStyleIdx="1" presStyleCnt="3"/>
      <dgm:spPr/>
    </dgm:pt>
    <dgm:pt modelId="{FD70C769-B9FD-45A5-B209-AD940211EEB1}" type="pres">
      <dgm:prSet presAssocID="{8ADA0ADD-BF66-4BEB-B972-007670BA2AAE}" presName="connectorText" presStyleLbl="sibTrans1D1" presStyleIdx="1" presStyleCnt="3"/>
      <dgm:spPr/>
    </dgm:pt>
    <dgm:pt modelId="{FE0A84B4-BAA0-4D70-8062-9C7CEFD6753B}" type="pres">
      <dgm:prSet presAssocID="{54D25226-18E1-4FA2-9479-67E087AB94E2}" presName="node" presStyleLbl="node1" presStyleIdx="2" presStyleCnt="4">
        <dgm:presLayoutVars>
          <dgm:bulletEnabled val="1"/>
        </dgm:presLayoutVars>
      </dgm:prSet>
      <dgm:spPr/>
    </dgm:pt>
    <dgm:pt modelId="{E761B5A5-F463-4532-9134-9704FBE137B4}" type="pres">
      <dgm:prSet presAssocID="{8F935046-ECF1-4A76-9AF0-232ECD6B7947}" presName="sibTrans" presStyleLbl="sibTrans1D1" presStyleIdx="2" presStyleCnt="3"/>
      <dgm:spPr/>
    </dgm:pt>
    <dgm:pt modelId="{C3DB72C8-5AAB-43E2-9D67-1A65B1CEEBAA}" type="pres">
      <dgm:prSet presAssocID="{8F935046-ECF1-4A76-9AF0-232ECD6B7947}" presName="connectorText" presStyleLbl="sibTrans1D1" presStyleIdx="2" presStyleCnt="3"/>
      <dgm:spPr/>
    </dgm:pt>
    <dgm:pt modelId="{0453F0EA-CA45-47D1-9F57-E5E26628AA5D}" type="pres">
      <dgm:prSet presAssocID="{39DF8856-02A1-4E47-B81B-B8E17C2089A6}" presName="node" presStyleLbl="node1" presStyleIdx="3" presStyleCnt="4">
        <dgm:presLayoutVars>
          <dgm:bulletEnabled val="1"/>
        </dgm:presLayoutVars>
      </dgm:prSet>
      <dgm:spPr/>
    </dgm:pt>
  </dgm:ptLst>
  <dgm:cxnLst>
    <dgm:cxn modelId="{DCBCC30D-10D3-4B9C-9CA1-AE39FEC15CA4}" srcId="{2D81CDBF-8A77-4CF7-B93B-7E491226ABE6}" destId="{5CB4BF6B-979A-4462-A1EA-04596BF4B9DD}" srcOrd="0" destOrd="0" parTransId="{043BFA0B-65B9-4C40-9B12-37066F7BE678}" sibTransId="{4E42B386-D8A7-4F4C-BFA6-D65DD078E9E9}"/>
    <dgm:cxn modelId="{2EB22014-DBEB-4C51-949E-D5F17089D4C0}" type="presOf" srcId="{5CB4BF6B-979A-4462-A1EA-04596BF4B9DD}" destId="{BDDA72BE-41CE-44F2-8145-6B5CC3E8E201}" srcOrd="0" destOrd="0" presId="urn:microsoft.com/office/officeart/2005/8/layout/bProcess3"/>
    <dgm:cxn modelId="{654F901D-5667-42E9-AF86-EA68E04AB9A4}" type="presOf" srcId="{8F935046-ECF1-4A76-9AF0-232ECD6B7947}" destId="{E761B5A5-F463-4532-9134-9704FBE137B4}" srcOrd="0" destOrd="0" presId="urn:microsoft.com/office/officeart/2005/8/layout/bProcess3"/>
    <dgm:cxn modelId="{211A6428-19A9-448E-9A6A-119794F75361}" type="presOf" srcId="{8F935046-ECF1-4A76-9AF0-232ECD6B7947}" destId="{C3DB72C8-5AAB-43E2-9D67-1A65B1CEEBAA}" srcOrd="1" destOrd="0" presId="urn:microsoft.com/office/officeart/2005/8/layout/bProcess3"/>
    <dgm:cxn modelId="{ED53CB28-B5EB-426E-B3AB-0CD96DC656FD}" type="presOf" srcId="{54D25226-18E1-4FA2-9479-67E087AB94E2}" destId="{FE0A84B4-BAA0-4D70-8062-9C7CEFD6753B}" srcOrd="0" destOrd="0" presId="urn:microsoft.com/office/officeart/2005/8/layout/bProcess3"/>
    <dgm:cxn modelId="{E719FE28-32D0-4417-8F59-CFBD6564037D}" type="presOf" srcId="{2D81CDBF-8A77-4CF7-B93B-7E491226ABE6}" destId="{6B0C50D0-3CE8-4468-85B2-E0742E32563F}" srcOrd="0" destOrd="0" presId="urn:microsoft.com/office/officeart/2005/8/layout/bProcess3"/>
    <dgm:cxn modelId="{5FA08136-5DD0-41A0-A42B-00C9209C05D8}" srcId="{2D81CDBF-8A77-4CF7-B93B-7E491226ABE6}" destId="{54D25226-18E1-4FA2-9479-67E087AB94E2}" srcOrd="2" destOrd="0" parTransId="{CB978697-D49E-4A31-BA64-BE5F6DC66B0C}" sibTransId="{8F935046-ECF1-4A76-9AF0-232ECD6B7947}"/>
    <dgm:cxn modelId="{045BF268-A031-4458-8384-41ECB7ADAF65}" srcId="{2D81CDBF-8A77-4CF7-B93B-7E491226ABE6}" destId="{FC7AC5CD-2CED-47D6-831A-85D8BF35952C}" srcOrd="1" destOrd="0" parTransId="{1A02E989-3EB0-45FC-80CA-AF0E1D3BC04E}" sibTransId="{8ADA0ADD-BF66-4BEB-B972-007670BA2AAE}"/>
    <dgm:cxn modelId="{1D8AD74A-86E6-4580-9C7A-382FEC7956D2}" type="presOf" srcId="{4E42B386-D8A7-4F4C-BFA6-D65DD078E9E9}" destId="{6CAF3DAD-B202-45FA-9EC8-32CAC6EC3639}" srcOrd="0" destOrd="0" presId="urn:microsoft.com/office/officeart/2005/8/layout/bProcess3"/>
    <dgm:cxn modelId="{BB445B56-F08A-4E92-BEC8-CCAFF46CF15E}" type="presOf" srcId="{FC7AC5CD-2CED-47D6-831A-85D8BF35952C}" destId="{DE9935D9-A280-43FE-B7AE-9DD568743851}" srcOrd="0" destOrd="0" presId="urn:microsoft.com/office/officeart/2005/8/layout/bProcess3"/>
    <dgm:cxn modelId="{E0A9CCA4-ACDE-4689-8E45-E1E6EA2C7324}" type="presOf" srcId="{39DF8856-02A1-4E47-B81B-B8E17C2089A6}" destId="{0453F0EA-CA45-47D1-9F57-E5E26628AA5D}" srcOrd="0" destOrd="0" presId="urn:microsoft.com/office/officeart/2005/8/layout/bProcess3"/>
    <dgm:cxn modelId="{3E46BCBD-B33E-4FC1-AEE8-ADEF2794B0D8}" srcId="{2D81CDBF-8A77-4CF7-B93B-7E491226ABE6}" destId="{39DF8856-02A1-4E47-B81B-B8E17C2089A6}" srcOrd="3" destOrd="0" parTransId="{02B8343F-5B9A-47E8-A5C0-D7F6A5CD0807}" sibTransId="{67D6B628-BD90-4B99-8E01-3A0C8F0519E2}"/>
    <dgm:cxn modelId="{614AB6DC-E334-43C7-8844-8126973A63A0}" type="presOf" srcId="{8ADA0ADD-BF66-4BEB-B972-007670BA2AAE}" destId="{15DEEE73-FBC7-4521-B954-8B581CAB2DDE}" srcOrd="0" destOrd="0" presId="urn:microsoft.com/office/officeart/2005/8/layout/bProcess3"/>
    <dgm:cxn modelId="{E550B5F1-2FDE-45B6-93AF-33C40512D3D0}" type="presOf" srcId="{4E42B386-D8A7-4F4C-BFA6-D65DD078E9E9}" destId="{F585BAD0-5C38-4BBC-B96E-0F9368BCCB05}" srcOrd="1" destOrd="0" presId="urn:microsoft.com/office/officeart/2005/8/layout/bProcess3"/>
    <dgm:cxn modelId="{415D78F2-0628-4A28-B412-EC3E734E54E5}" type="presOf" srcId="{8ADA0ADD-BF66-4BEB-B972-007670BA2AAE}" destId="{FD70C769-B9FD-45A5-B209-AD940211EEB1}" srcOrd="1" destOrd="0" presId="urn:microsoft.com/office/officeart/2005/8/layout/bProcess3"/>
    <dgm:cxn modelId="{A5AF2880-E6F3-460E-BD4A-3C493B0ED6F8}" type="presParOf" srcId="{6B0C50D0-3CE8-4468-85B2-E0742E32563F}" destId="{BDDA72BE-41CE-44F2-8145-6B5CC3E8E201}" srcOrd="0" destOrd="0" presId="urn:microsoft.com/office/officeart/2005/8/layout/bProcess3"/>
    <dgm:cxn modelId="{902EE4AE-299E-4909-B45E-83A4FBEAC960}" type="presParOf" srcId="{6B0C50D0-3CE8-4468-85B2-E0742E32563F}" destId="{6CAF3DAD-B202-45FA-9EC8-32CAC6EC3639}" srcOrd="1" destOrd="0" presId="urn:microsoft.com/office/officeart/2005/8/layout/bProcess3"/>
    <dgm:cxn modelId="{FAA6F086-94F2-4038-9411-9E425D2F4A82}" type="presParOf" srcId="{6CAF3DAD-B202-45FA-9EC8-32CAC6EC3639}" destId="{F585BAD0-5C38-4BBC-B96E-0F9368BCCB05}" srcOrd="0" destOrd="0" presId="urn:microsoft.com/office/officeart/2005/8/layout/bProcess3"/>
    <dgm:cxn modelId="{3ADA5269-8B1B-4220-8554-E2F6C60511BC}" type="presParOf" srcId="{6B0C50D0-3CE8-4468-85B2-E0742E32563F}" destId="{DE9935D9-A280-43FE-B7AE-9DD568743851}" srcOrd="2" destOrd="0" presId="urn:microsoft.com/office/officeart/2005/8/layout/bProcess3"/>
    <dgm:cxn modelId="{EEAAC409-283C-496A-99EF-C1DF59BE5248}" type="presParOf" srcId="{6B0C50D0-3CE8-4468-85B2-E0742E32563F}" destId="{15DEEE73-FBC7-4521-B954-8B581CAB2DDE}" srcOrd="3" destOrd="0" presId="urn:microsoft.com/office/officeart/2005/8/layout/bProcess3"/>
    <dgm:cxn modelId="{59EF4839-A075-43E1-8E09-519F0DB16846}" type="presParOf" srcId="{15DEEE73-FBC7-4521-B954-8B581CAB2DDE}" destId="{FD70C769-B9FD-45A5-B209-AD940211EEB1}" srcOrd="0" destOrd="0" presId="urn:microsoft.com/office/officeart/2005/8/layout/bProcess3"/>
    <dgm:cxn modelId="{0535ADF6-59AC-49AA-A9FB-7918B7FCFAB3}" type="presParOf" srcId="{6B0C50D0-3CE8-4468-85B2-E0742E32563F}" destId="{FE0A84B4-BAA0-4D70-8062-9C7CEFD6753B}" srcOrd="4" destOrd="0" presId="urn:microsoft.com/office/officeart/2005/8/layout/bProcess3"/>
    <dgm:cxn modelId="{CE103DA9-E1FC-4A31-B5B1-92B1C11F073A}" type="presParOf" srcId="{6B0C50D0-3CE8-4468-85B2-E0742E32563F}" destId="{E761B5A5-F463-4532-9134-9704FBE137B4}" srcOrd="5" destOrd="0" presId="urn:microsoft.com/office/officeart/2005/8/layout/bProcess3"/>
    <dgm:cxn modelId="{B4280030-8D36-4867-94C0-9EC552753720}" type="presParOf" srcId="{E761B5A5-F463-4532-9134-9704FBE137B4}" destId="{C3DB72C8-5AAB-43E2-9D67-1A65B1CEEBAA}" srcOrd="0" destOrd="0" presId="urn:microsoft.com/office/officeart/2005/8/layout/bProcess3"/>
    <dgm:cxn modelId="{7E8BCA25-14EE-44DC-ABE0-F1A8403C1F10}" type="presParOf" srcId="{6B0C50D0-3CE8-4468-85B2-E0742E32563F}" destId="{0453F0EA-CA45-47D1-9F57-E5E26628AA5D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81CDBF-8A77-4CF7-B93B-7E491226ABE6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CB4BF6B-979A-4462-A1EA-04596BF4B9DD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US" b="1" dirty="0"/>
            <a:t>📋 Structured Request (MS Forms) </a:t>
          </a:r>
          <a:r>
            <a:rPr lang="en-US" dirty="0"/>
            <a:t> </a:t>
          </a:r>
          <a:endParaRPr lang="de-DE" dirty="0"/>
        </a:p>
      </dgm:t>
    </dgm:pt>
    <dgm:pt modelId="{043BFA0B-65B9-4C40-9B12-37066F7BE678}" type="parTrans" cxnId="{DCBCC30D-10D3-4B9C-9CA1-AE39FEC15CA4}">
      <dgm:prSet/>
      <dgm:spPr/>
      <dgm:t>
        <a:bodyPr/>
        <a:lstStyle/>
        <a:p>
          <a:endParaRPr lang="de-DE"/>
        </a:p>
      </dgm:t>
    </dgm:pt>
    <dgm:pt modelId="{4E42B386-D8A7-4F4C-BFA6-D65DD078E9E9}" type="sibTrans" cxnId="{DCBCC30D-10D3-4B9C-9CA1-AE39FEC15CA4}">
      <dgm:prSet/>
      <dgm:spPr/>
      <dgm:t>
        <a:bodyPr/>
        <a:lstStyle/>
        <a:p>
          <a:endParaRPr lang="de-DE"/>
        </a:p>
      </dgm:t>
    </dgm:pt>
    <dgm:pt modelId="{FC7AC5CD-2CED-47D6-831A-85D8BF35952C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de-DE" b="1" dirty="0"/>
            <a:t>🐍 Python Script (Logic &amp; Calc) </a:t>
          </a:r>
          <a:endParaRPr lang="de-DE" dirty="0"/>
        </a:p>
      </dgm:t>
    </dgm:pt>
    <dgm:pt modelId="{1A02E989-3EB0-45FC-80CA-AF0E1D3BC04E}" type="parTrans" cxnId="{045BF268-A031-4458-8384-41ECB7ADAF65}">
      <dgm:prSet/>
      <dgm:spPr/>
      <dgm:t>
        <a:bodyPr/>
        <a:lstStyle/>
        <a:p>
          <a:endParaRPr lang="de-DE"/>
        </a:p>
      </dgm:t>
    </dgm:pt>
    <dgm:pt modelId="{8ADA0ADD-BF66-4BEB-B972-007670BA2AAE}" type="sibTrans" cxnId="{045BF268-A031-4458-8384-41ECB7ADAF65}">
      <dgm:prSet/>
      <dgm:spPr/>
      <dgm:t>
        <a:bodyPr/>
        <a:lstStyle/>
        <a:p>
          <a:endParaRPr lang="de-DE"/>
        </a:p>
      </dgm:t>
    </dgm:pt>
    <dgm:pt modelId="{54D25226-18E1-4FA2-9479-67E087AB94E2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de-DE" b="1" dirty="0"/>
            <a:t>🧮 Manual  📂 Automated Data Pipeline  (Duration) </a:t>
          </a:r>
          <a:r>
            <a:rPr lang="de-DE" dirty="0"/>
            <a:t> </a:t>
          </a:r>
        </a:p>
      </dgm:t>
    </dgm:pt>
    <dgm:pt modelId="{CB978697-D49E-4A31-BA64-BE5F6DC66B0C}" type="parTrans" cxnId="{5FA08136-5DD0-41A0-A42B-00C9209C05D8}">
      <dgm:prSet/>
      <dgm:spPr/>
      <dgm:t>
        <a:bodyPr/>
        <a:lstStyle/>
        <a:p>
          <a:endParaRPr lang="de-DE"/>
        </a:p>
      </dgm:t>
    </dgm:pt>
    <dgm:pt modelId="{8F935046-ECF1-4A76-9AF0-232ECD6B7947}" type="sibTrans" cxnId="{5FA08136-5DD0-41A0-A42B-00C9209C05D8}">
      <dgm:prSet/>
      <dgm:spPr/>
      <dgm:t>
        <a:bodyPr/>
        <a:lstStyle/>
        <a:p>
          <a:endParaRPr lang="de-DE"/>
        </a:p>
      </dgm:t>
    </dgm:pt>
    <dgm:pt modelId="{39DF8856-02A1-4E47-B81B-B8E17C2089A6}">
      <dgm:prSet phldrT="[Text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en-US" b="1" dirty="0"/>
            <a:t>📈 Live Power BI Dashboard </a:t>
          </a:r>
          <a:endParaRPr lang="de-DE" dirty="0"/>
        </a:p>
      </dgm:t>
    </dgm:pt>
    <dgm:pt modelId="{02B8343F-5B9A-47E8-A5C0-D7F6A5CD0807}" type="parTrans" cxnId="{3E46BCBD-B33E-4FC1-AEE8-ADEF2794B0D8}">
      <dgm:prSet/>
      <dgm:spPr/>
      <dgm:t>
        <a:bodyPr/>
        <a:lstStyle/>
        <a:p>
          <a:endParaRPr lang="de-DE"/>
        </a:p>
      </dgm:t>
    </dgm:pt>
    <dgm:pt modelId="{67D6B628-BD90-4B99-8E01-3A0C8F0519E2}" type="sibTrans" cxnId="{3E46BCBD-B33E-4FC1-AEE8-ADEF2794B0D8}">
      <dgm:prSet/>
      <dgm:spPr/>
      <dgm:t>
        <a:bodyPr/>
        <a:lstStyle/>
        <a:p>
          <a:endParaRPr lang="de-DE"/>
        </a:p>
      </dgm:t>
    </dgm:pt>
    <dgm:pt modelId="{6B0C50D0-3CE8-4468-85B2-E0742E32563F}" type="pres">
      <dgm:prSet presAssocID="{2D81CDBF-8A77-4CF7-B93B-7E491226ABE6}" presName="Name0" presStyleCnt="0">
        <dgm:presLayoutVars>
          <dgm:dir/>
          <dgm:resizeHandles val="exact"/>
        </dgm:presLayoutVars>
      </dgm:prSet>
      <dgm:spPr/>
    </dgm:pt>
    <dgm:pt modelId="{BDDA72BE-41CE-44F2-8145-6B5CC3E8E201}" type="pres">
      <dgm:prSet presAssocID="{5CB4BF6B-979A-4462-A1EA-04596BF4B9DD}" presName="node" presStyleLbl="node1" presStyleIdx="0" presStyleCnt="4">
        <dgm:presLayoutVars>
          <dgm:bulletEnabled val="1"/>
        </dgm:presLayoutVars>
      </dgm:prSet>
      <dgm:spPr/>
    </dgm:pt>
    <dgm:pt modelId="{6CAF3DAD-B202-45FA-9EC8-32CAC6EC3639}" type="pres">
      <dgm:prSet presAssocID="{4E42B386-D8A7-4F4C-BFA6-D65DD078E9E9}" presName="sibTrans" presStyleLbl="sibTrans1D1" presStyleIdx="0" presStyleCnt="3"/>
      <dgm:spPr/>
    </dgm:pt>
    <dgm:pt modelId="{F585BAD0-5C38-4BBC-B96E-0F9368BCCB05}" type="pres">
      <dgm:prSet presAssocID="{4E42B386-D8A7-4F4C-BFA6-D65DD078E9E9}" presName="connectorText" presStyleLbl="sibTrans1D1" presStyleIdx="0" presStyleCnt="3"/>
      <dgm:spPr/>
    </dgm:pt>
    <dgm:pt modelId="{DE9935D9-A280-43FE-B7AE-9DD568743851}" type="pres">
      <dgm:prSet presAssocID="{FC7AC5CD-2CED-47D6-831A-85D8BF35952C}" presName="node" presStyleLbl="node1" presStyleIdx="1" presStyleCnt="4">
        <dgm:presLayoutVars>
          <dgm:bulletEnabled val="1"/>
        </dgm:presLayoutVars>
      </dgm:prSet>
      <dgm:spPr/>
    </dgm:pt>
    <dgm:pt modelId="{15DEEE73-FBC7-4521-B954-8B581CAB2DDE}" type="pres">
      <dgm:prSet presAssocID="{8ADA0ADD-BF66-4BEB-B972-007670BA2AAE}" presName="sibTrans" presStyleLbl="sibTrans1D1" presStyleIdx="1" presStyleCnt="3"/>
      <dgm:spPr/>
    </dgm:pt>
    <dgm:pt modelId="{FD70C769-B9FD-45A5-B209-AD940211EEB1}" type="pres">
      <dgm:prSet presAssocID="{8ADA0ADD-BF66-4BEB-B972-007670BA2AAE}" presName="connectorText" presStyleLbl="sibTrans1D1" presStyleIdx="1" presStyleCnt="3"/>
      <dgm:spPr/>
    </dgm:pt>
    <dgm:pt modelId="{FE0A84B4-BAA0-4D70-8062-9C7CEFD6753B}" type="pres">
      <dgm:prSet presAssocID="{54D25226-18E1-4FA2-9479-67E087AB94E2}" presName="node" presStyleLbl="node1" presStyleIdx="2" presStyleCnt="4">
        <dgm:presLayoutVars>
          <dgm:bulletEnabled val="1"/>
        </dgm:presLayoutVars>
      </dgm:prSet>
      <dgm:spPr/>
    </dgm:pt>
    <dgm:pt modelId="{E761B5A5-F463-4532-9134-9704FBE137B4}" type="pres">
      <dgm:prSet presAssocID="{8F935046-ECF1-4A76-9AF0-232ECD6B7947}" presName="sibTrans" presStyleLbl="sibTrans1D1" presStyleIdx="2" presStyleCnt="3"/>
      <dgm:spPr/>
    </dgm:pt>
    <dgm:pt modelId="{C3DB72C8-5AAB-43E2-9D67-1A65B1CEEBAA}" type="pres">
      <dgm:prSet presAssocID="{8F935046-ECF1-4A76-9AF0-232ECD6B7947}" presName="connectorText" presStyleLbl="sibTrans1D1" presStyleIdx="2" presStyleCnt="3"/>
      <dgm:spPr/>
    </dgm:pt>
    <dgm:pt modelId="{0453F0EA-CA45-47D1-9F57-E5E26628AA5D}" type="pres">
      <dgm:prSet presAssocID="{39DF8856-02A1-4E47-B81B-B8E17C2089A6}" presName="node" presStyleLbl="node1" presStyleIdx="3" presStyleCnt="4">
        <dgm:presLayoutVars>
          <dgm:bulletEnabled val="1"/>
        </dgm:presLayoutVars>
      </dgm:prSet>
      <dgm:spPr/>
    </dgm:pt>
  </dgm:ptLst>
  <dgm:cxnLst>
    <dgm:cxn modelId="{DCBCC30D-10D3-4B9C-9CA1-AE39FEC15CA4}" srcId="{2D81CDBF-8A77-4CF7-B93B-7E491226ABE6}" destId="{5CB4BF6B-979A-4462-A1EA-04596BF4B9DD}" srcOrd="0" destOrd="0" parTransId="{043BFA0B-65B9-4C40-9B12-37066F7BE678}" sibTransId="{4E42B386-D8A7-4F4C-BFA6-D65DD078E9E9}"/>
    <dgm:cxn modelId="{2EB22014-DBEB-4C51-949E-D5F17089D4C0}" type="presOf" srcId="{5CB4BF6B-979A-4462-A1EA-04596BF4B9DD}" destId="{BDDA72BE-41CE-44F2-8145-6B5CC3E8E201}" srcOrd="0" destOrd="0" presId="urn:microsoft.com/office/officeart/2005/8/layout/bProcess3"/>
    <dgm:cxn modelId="{654F901D-5667-42E9-AF86-EA68E04AB9A4}" type="presOf" srcId="{8F935046-ECF1-4A76-9AF0-232ECD6B7947}" destId="{E761B5A5-F463-4532-9134-9704FBE137B4}" srcOrd="0" destOrd="0" presId="urn:microsoft.com/office/officeart/2005/8/layout/bProcess3"/>
    <dgm:cxn modelId="{211A6428-19A9-448E-9A6A-119794F75361}" type="presOf" srcId="{8F935046-ECF1-4A76-9AF0-232ECD6B7947}" destId="{C3DB72C8-5AAB-43E2-9D67-1A65B1CEEBAA}" srcOrd="1" destOrd="0" presId="urn:microsoft.com/office/officeart/2005/8/layout/bProcess3"/>
    <dgm:cxn modelId="{ED53CB28-B5EB-426E-B3AB-0CD96DC656FD}" type="presOf" srcId="{54D25226-18E1-4FA2-9479-67E087AB94E2}" destId="{FE0A84B4-BAA0-4D70-8062-9C7CEFD6753B}" srcOrd="0" destOrd="0" presId="urn:microsoft.com/office/officeart/2005/8/layout/bProcess3"/>
    <dgm:cxn modelId="{E719FE28-32D0-4417-8F59-CFBD6564037D}" type="presOf" srcId="{2D81CDBF-8A77-4CF7-B93B-7E491226ABE6}" destId="{6B0C50D0-3CE8-4468-85B2-E0742E32563F}" srcOrd="0" destOrd="0" presId="urn:microsoft.com/office/officeart/2005/8/layout/bProcess3"/>
    <dgm:cxn modelId="{5FA08136-5DD0-41A0-A42B-00C9209C05D8}" srcId="{2D81CDBF-8A77-4CF7-B93B-7E491226ABE6}" destId="{54D25226-18E1-4FA2-9479-67E087AB94E2}" srcOrd="2" destOrd="0" parTransId="{CB978697-D49E-4A31-BA64-BE5F6DC66B0C}" sibTransId="{8F935046-ECF1-4A76-9AF0-232ECD6B7947}"/>
    <dgm:cxn modelId="{045BF268-A031-4458-8384-41ECB7ADAF65}" srcId="{2D81CDBF-8A77-4CF7-B93B-7E491226ABE6}" destId="{FC7AC5CD-2CED-47D6-831A-85D8BF35952C}" srcOrd="1" destOrd="0" parTransId="{1A02E989-3EB0-45FC-80CA-AF0E1D3BC04E}" sibTransId="{8ADA0ADD-BF66-4BEB-B972-007670BA2AAE}"/>
    <dgm:cxn modelId="{1D8AD74A-86E6-4580-9C7A-382FEC7956D2}" type="presOf" srcId="{4E42B386-D8A7-4F4C-BFA6-D65DD078E9E9}" destId="{6CAF3DAD-B202-45FA-9EC8-32CAC6EC3639}" srcOrd="0" destOrd="0" presId="urn:microsoft.com/office/officeart/2005/8/layout/bProcess3"/>
    <dgm:cxn modelId="{BB445B56-F08A-4E92-BEC8-CCAFF46CF15E}" type="presOf" srcId="{FC7AC5CD-2CED-47D6-831A-85D8BF35952C}" destId="{DE9935D9-A280-43FE-B7AE-9DD568743851}" srcOrd="0" destOrd="0" presId="urn:microsoft.com/office/officeart/2005/8/layout/bProcess3"/>
    <dgm:cxn modelId="{E0A9CCA4-ACDE-4689-8E45-E1E6EA2C7324}" type="presOf" srcId="{39DF8856-02A1-4E47-B81B-B8E17C2089A6}" destId="{0453F0EA-CA45-47D1-9F57-E5E26628AA5D}" srcOrd="0" destOrd="0" presId="urn:microsoft.com/office/officeart/2005/8/layout/bProcess3"/>
    <dgm:cxn modelId="{3E46BCBD-B33E-4FC1-AEE8-ADEF2794B0D8}" srcId="{2D81CDBF-8A77-4CF7-B93B-7E491226ABE6}" destId="{39DF8856-02A1-4E47-B81B-B8E17C2089A6}" srcOrd="3" destOrd="0" parTransId="{02B8343F-5B9A-47E8-A5C0-D7F6A5CD0807}" sibTransId="{67D6B628-BD90-4B99-8E01-3A0C8F0519E2}"/>
    <dgm:cxn modelId="{614AB6DC-E334-43C7-8844-8126973A63A0}" type="presOf" srcId="{8ADA0ADD-BF66-4BEB-B972-007670BA2AAE}" destId="{15DEEE73-FBC7-4521-B954-8B581CAB2DDE}" srcOrd="0" destOrd="0" presId="urn:microsoft.com/office/officeart/2005/8/layout/bProcess3"/>
    <dgm:cxn modelId="{E550B5F1-2FDE-45B6-93AF-33C40512D3D0}" type="presOf" srcId="{4E42B386-D8A7-4F4C-BFA6-D65DD078E9E9}" destId="{F585BAD0-5C38-4BBC-B96E-0F9368BCCB05}" srcOrd="1" destOrd="0" presId="urn:microsoft.com/office/officeart/2005/8/layout/bProcess3"/>
    <dgm:cxn modelId="{415D78F2-0628-4A28-B412-EC3E734E54E5}" type="presOf" srcId="{8ADA0ADD-BF66-4BEB-B972-007670BA2AAE}" destId="{FD70C769-B9FD-45A5-B209-AD940211EEB1}" srcOrd="1" destOrd="0" presId="urn:microsoft.com/office/officeart/2005/8/layout/bProcess3"/>
    <dgm:cxn modelId="{A5AF2880-E6F3-460E-BD4A-3C493B0ED6F8}" type="presParOf" srcId="{6B0C50D0-3CE8-4468-85B2-E0742E32563F}" destId="{BDDA72BE-41CE-44F2-8145-6B5CC3E8E201}" srcOrd="0" destOrd="0" presId="urn:microsoft.com/office/officeart/2005/8/layout/bProcess3"/>
    <dgm:cxn modelId="{902EE4AE-299E-4909-B45E-83A4FBEAC960}" type="presParOf" srcId="{6B0C50D0-3CE8-4468-85B2-E0742E32563F}" destId="{6CAF3DAD-B202-45FA-9EC8-32CAC6EC3639}" srcOrd="1" destOrd="0" presId="urn:microsoft.com/office/officeart/2005/8/layout/bProcess3"/>
    <dgm:cxn modelId="{FAA6F086-94F2-4038-9411-9E425D2F4A82}" type="presParOf" srcId="{6CAF3DAD-B202-45FA-9EC8-32CAC6EC3639}" destId="{F585BAD0-5C38-4BBC-B96E-0F9368BCCB05}" srcOrd="0" destOrd="0" presId="urn:microsoft.com/office/officeart/2005/8/layout/bProcess3"/>
    <dgm:cxn modelId="{3ADA5269-8B1B-4220-8554-E2F6C60511BC}" type="presParOf" srcId="{6B0C50D0-3CE8-4468-85B2-E0742E32563F}" destId="{DE9935D9-A280-43FE-B7AE-9DD568743851}" srcOrd="2" destOrd="0" presId="urn:microsoft.com/office/officeart/2005/8/layout/bProcess3"/>
    <dgm:cxn modelId="{EEAAC409-283C-496A-99EF-C1DF59BE5248}" type="presParOf" srcId="{6B0C50D0-3CE8-4468-85B2-E0742E32563F}" destId="{15DEEE73-FBC7-4521-B954-8B581CAB2DDE}" srcOrd="3" destOrd="0" presId="urn:microsoft.com/office/officeart/2005/8/layout/bProcess3"/>
    <dgm:cxn modelId="{59EF4839-A075-43E1-8E09-519F0DB16846}" type="presParOf" srcId="{15DEEE73-FBC7-4521-B954-8B581CAB2DDE}" destId="{FD70C769-B9FD-45A5-B209-AD940211EEB1}" srcOrd="0" destOrd="0" presId="urn:microsoft.com/office/officeart/2005/8/layout/bProcess3"/>
    <dgm:cxn modelId="{0535ADF6-59AC-49AA-A9FB-7918B7FCFAB3}" type="presParOf" srcId="{6B0C50D0-3CE8-4468-85B2-E0742E32563F}" destId="{FE0A84B4-BAA0-4D70-8062-9C7CEFD6753B}" srcOrd="4" destOrd="0" presId="urn:microsoft.com/office/officeart/2005/8/layout/bProcess3"/>
    <dgm:cxn modelId="{CE103DA9-E1FC-4A31-B5B1-92B1C11F073A}" type="presParOf" srcId="{6B0C50D0-3CE8-4468-85B2-E0742E32563F}" destId="{E761B5A5-F463-4532-9134-9704FBE137B4}" srcOrd="5" destOrd="0" presId="urn:microsoft.com/office/officeart/2005/8/layout/bProcess3"/>
    <dgm:cxn modelId="{B4280030-8D36-4867-94C0-9EC552753720}" type="presParOf" srcId="{E761B5A5-F463-4532-9134-9704FBE137B4}" destId="{C3DB72C8-5AAB-43E2-9D67-1A65B1CEEBAA}" srcOrd="0" destOrd="0" presId="urn:microsoft.com/office/officeart/2005/8/layout/bProcess3"/>
    <dgm:cxn modelId="{7E8BCA25-14EE-44DC-ABE0-F1A8403C1F10}" type="presParOf" srcId="{6B0C50D0-3CE8-4468-85B2-E0742E32563F}" destId="{0453F0EA-CA45-47D1-9F57-E5E26628AA5D}" srcOrd="6" destOrd="0" presId="urn:microsoft.com/office/officeart/2005/8/layout/bProcess3"/>
  </dgm:cxnLst>
  <dgm:bg/>
  <dgm:whole>
    <a:ln>
      <a:solidFill>
        <a:schemeClr val="bg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F3DAD-B202-45FA-9EC8-32CAC6EC3639}">
      <dsp:nvSpPr>
        <dsp:cNvPr id="0" name=""/>
        <dsp:cNvSpPr/>
      </dsp:nvSpPr>
      <dsp:spPr>
        <a:xfrm>
          <a:off x="2308878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545784" y="728275"/>
        <a:ext cx="26548" cy="5309"/>
      </dsp:txXfrm>
    </dsp:sp>
    <dsp:sp modelId="{BDDA72BE-41CE-44F2-8145-6B5CC3E8E201}">
      <dsp:nvSpPr>
        <dsp:cNvPr id="0" name=""/>
        <dsp:cNvSpPr/>
      </dsp:nvSpPr>
      <dsp:spPr>
        <a:xfrm>
          <a:off x="2155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 📧 Request via Email </a:t>
          </a:r>
          <a:endParaRPr lang="de-DE" sz="2300" kern="1200" dirty="0"/>
        </a:p>
      </dsp:txBody>
      <dsp:txXfrm>
        <a:off x="2155" y="38373"/>
        <a:ext cx="2308523" cy="1385114"/>
      </dsp:txXfrm>
    </dsp:sp>
    <dsp:sp modelId="{15DEEE73-FBC7-4521-B954-8B581CAB2DDE}">
      <dsp:nvSpPr>
        <dsp:cNvPr id="0" name=""/>
        <dsp:cNvSpPr/>
      </dsp:nvSpPr>
      <dsp:spPr>
        <a:xfrm>
          <a:off x="5148362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5385268" y="728275"/>
        <a:ext cx="26548" cy="5309"/>
      </dsp:txXfrm>
    </dsp:sp>
    <dsp:sp modelId="{DE9935D9-A280-43FE-B7AE-9DD568743851}">
      <dsp:nvSpPr>
        <dsp:cNvPr id="0" name=""/>
        <dsp:cNvSpPr/>
      </dsp:nvSpPr>
      <dsp:spPr>
        <a:xfrm>
          <a:off x="2841639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 📝 Manual Data Entry to Excel </a:t>
          </a:r>
          <a:endParaRPr lang="de-DE" sz="2300" kern="1200" dirty="0"/>
        </a:p>
      </dsp:txBody>
      <dsp:txXfrm>
        <a:off x="2841639" y="38373"/>
        <a:ext cx="2308523" cy="1385114"/>
      </dsp:txXfrm>
    </dsp:sp>
    <dsp:sp modelId="{E761B5A5-F463-4532-9134-9704FBE137B4}">
      <dsp:nvSpPr>
        <dsp:cNvPr id="0" name=""/>
        <dsp:cNvSpPr/>
      </dsp:nvSpPr>
      <dsp:spPr>
        <a:xfrm>
          <a:off x="7987846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8224753" y="728275"/>
        <a:ext cx="26548" cy="5309"/>
      </dsp:txXfrm>
    </dsp:sp>
    <dsp:sp modelId="{FE0A84B4-BAA0-4D70-8062-9C7CEFD6753B}">
      <dsp:nvSpPr>
        <dsp:cNvPr id="0" name=""/>
        <dsp:cNvSpPr/>
      </dsp:nvSpPr>
      <dsp:spPr>
        <a:xfrm>
          <a:off x="5681123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🧮 Manual Calculation (Duration) </a:t>
          </a:r>
          <a:r>
            <a:rPr lang="de-DE" sz="2300" kern="1200" dirty="0"/>
            <a:t> </a:t>
          </a:r>
        </a:p>
      </dsp:txBody>
      <dsp:txXfrm>
        <a:off x="5681123" y="38373"/>
        <a:ext cx="2308523" cy="1385114"/>
      </dsp:txXfrm>
    </dsp:sp>
    <dsp:sp modelId="{0453F0EA-CA45-47D1-9F57-E5E26628AA5D}">
      <dsp:nvSpPr>
        <dsp:cNvPr id="0" name=""/>
        <dsp:cNvSpPr/>
      </dsp:nvSpPr>
      <dsp:spPr>
        <a:xfrm>
          <a:off x="8520607" y="38373"/>
          <a:ext cx="2308523" cy="1385114"/>
        </a:xfrm>
        <a:prstGeom prst="rect">
          <a:avLst/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b="1" kern="1200" dirty="0"/>
            <a:t> 📄 Unstructured Reporting </a:t>
          </a:r>
          <a:endParaRPr lang="de-DE" sz="2300" kern="1200" dirty="0"/>
        </a:p>
      </dsp:txBody>
      <dsp:txXfrm>
        <a:off x="8520607" y="38373"/>
        <a:ext cx="2308523" cy="13851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AF3DAD-B202-45FA-9EC8-32CAC6EC3639}">
      <dsp:nvSpPr>
        <dsp:cNvPr id="0" name=""/>
        <dsp:cNvSpPr/>
      </dsp:nvSpPr>
      <dsp:spPr>
        <a:xfrm>
          <a:off x="2308878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2545784" y="728275"/>
        <a:ext cx="26548" cy="5309"/>
      </dsp:txXfrm>
    </dsp:sp>
    <dsp:sp modelId="{BDDA72BE-41CE-44F2-8145-6B5CC3E8E201}">
      <dsp:nvSpPr>
        <dsp:cNvPr id="0" name=""/>
        <dsp:cNvSpPr/>
      </dsp:nvSpPr>
      <dsp:spPr>
        <a:xfrm>
          <a:off x="2155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📋 Structured Request (MS Forms) </a:t>
          </a:r>
          <a:r>
            <a:rPr lang="en-US" sz="1900" kern="1200" dirty="0"/>
            <a:t> </a:t>
          </a:r>
          <a:endParaRPr lang="de-DE" sz="1900" kern="1200" dirty="0"/>
        </a:p>
      </dsp:txBody>
      <dsp:txXfrm>
        <a:off x="2155" y="38373"/>
        <a:ext cx="2308523" cy="1385114"/>
      </dsp:txXfrm>
    </dsp:sp>
    <dsp:sp modelId="{15DEEE73-FBC7-4521-B954-8B581CAB2DDE}">
      <dsp:nvSpPr>
        <dsp:cNvPr id="0" name=""/>
        <dsp:cNvSpPr/>
      </dsp:nvSpPr>
      <dsp:spPr>
        <a:xfrm>
          <a:off x="5148362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5385268" y="728275"/>
        <a:ext cx="26548" cy="5309"/>
      </dsp:txXfrm>
    </dsp:sp>
    <dsp:sp modelId="{DE9935D9-A280-43FE-B7AE-9DD568743851}">
      <dsp:nvSpPr>
        <dsp:cNvPr id="0" name=""/>
        <dsp:cNvSpPr/>
      </dsp:nvSpPr>
      <dsp:spPr>
        <a:xfrm>
          <a:off x="2841639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🐍 Python Script (Logic &amp; Calc) </a:t>
          </a:r>
          <a:endParaRPr lang="de-DE" sz="1900" kern="1200" dirty="0"/>
        </a:p>
      </dsp:txBody>
      <dsp:txXfrm>
        <a:off x="2841639" y="38373"/>
        <a:ext cx="2308523" cy="1385114"/>
      </dsp:txXfrm>
    </dsp:sp>
    <dsp:sp modelId="{E761B5A5-F463-4532-9134-9704FBE137B4}">
      <dsp:nvSpPr>
        <dsp:cNvPr id="0" name=""/>
        <dsp:cNvSpPr/>
      </dsp:nvSpPr>
      <dsp:spPr>
        <a:xfrm>
          <a:off x="7987846" y="685210"/>
          <a:ext cx="50036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036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500" kern="1200"/>
        </a:p>
      </dsp:txBody>
      <dsp:txXfrm>
        <a:off x="8224753" y="728275"/>
        <a:ext cx="26548" cy="5309"/>
      </dsp:txXfrm>
    </dsp:sp>
    <dsp:sp modelId="{FE0A84B4-BAA0-4D70-8062-9C7CEFD6753B}">
      <dsp:nvSpPr>
        <dsp:cNvPr id="0" name=""/>
        <dsp:cNvSpPr/>
      </dsp:nvSpPr>
      <dsp:spPr>
        <a:xfrm>
          <a:off x="5681123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b="1" kern="1200" dirty="0"/>
            <a:t>🧮 Manual  📂 Automated Data Pipeline  (Duration) </a:t>
          </a:r>
          <a:r>
            <a:rPr lang="de-DE" sz="1900" kern="1200" dirty="0"/>
            <a:t> </a:t>
          </a:r>
        </a:p>
      </dsp:txBody>
      <dsp:txXfrm>
        <a:off x="5681123" y="38373"/>
        <a:ext cx="2308523" cy="1385114"/>
      </dsp:txXfrm>
    </dsp:sp>
    <dsp:sp modelId="{0453F0EA-CA45-47D1-9F57-E5E26628AA5D}">
      <dsp:nvSpPr>
        <dsp:cNvPr id="0" name=""/>
        <dsp:cNvSpPr/>
      </dsp:nvSpPr>
      <dsp:spPr>
        <a:xfrm>
          <a:off x="8520607" y="38373"/>
          <a:ext cx="2308523" cy="1385114"/>
        </a:xfrm>
        <a:prstGeom prst="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📈 Live Power BI Dashboard </a:t>
          </a:r>
          <a:endParaRPr lang="de-DE" sz="1900" kern="1200" dirty="0"/>
        </a:p>
      </dsp:txBody>
      <dsp:txXfrm>
        <a:off x="8520607" y="38373"/>
        <a:ext cx="2308523" cy="13851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BED48-5540-4D2C-9C7C-72297E98AB3E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CEE11-DE58-49F7-B869-4B7B47CD328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304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CEE11-DE58-49F7-B869-4B7B47CD328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974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84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7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32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53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635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5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94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88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3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36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457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469919-9EB1-450E-8A9A-93C02A8761A7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A072192-8A71-49BD-8AD4-2A86C31F19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6626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4" name="Rectangle 113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BD9E3-4F24-9AC3-FAC0-901AD77CB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457200"/>
            <a:ext cx="10909640" cy="1368614"/>
          </a:xfrm>
        </p:spPr>
        <p:txBody>
          <a:bodyPr anchor="ctr">
            <a:normAutofit/>
          </a:bodyPr>
          <a:lstStyle/>
          <a:p>
            <a:r>
              <a:rPr lang="de-DE" sz="6600"/>
              <a:t>Digitalizing Global Mobility</a:t>
            </a:r>
            <a:endParaRPr lang="de-DE" sz="6600" b="1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49041-6737-C919-4CEA-87F4EB20C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1922561"/>
            <a:ext cx="10909643" cy="55265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009999"/>
                </a:solidFill>
              </a:defRPr>
            </a:pPr>
            <a:r>
              <a:rPr lang="de-DE"/>
              <a:t>Accelerating GBS Transformation | Abdullah Çalışkan</a:t>
            </a:r>
          </a:p>
        </p:txBody>
      </p:sp>
      <p:sp>
        <p:nvSpPr>
          <p:cNvPr id="113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Global Business Services | Siemens">
            <a:extLst>
              <a:ext uri="{FF2B5EF4-FFF2-40B4-BE49-F238E27FC236}">
                <a16:creationId xmlns:a16="http://schemas.microsoft.com/office/drawing/2014/main" id="{09E4DE75-19CB-ACE3-347E-552F4EA67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63" r="-4" b="-4"/>
          <a:stretch>
            <a:fillRect/>
          </a:stretch>
        </p:blipFill>
        <p:spPr bwMode="auto">
          <a:xfrm>
            <a:off x="3074126" y="2982357"/>
            <a:ext cx="5614416" cy="2830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43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689C80-E19B-B228-A398-CA03EC657F76}"/>
              </a:ext>
            </a:extLst>
          </p:cNvPr>
          <p:cNvSpPr txBox="1"/>
          <p:nvPr/>
        </p:nvSpPr>
        <p:spPr>
          <a:xfrm>
            <a:off x="3071467" y="118561"/>
            <a:ext cx="5754696" cy="183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 Vision: "To-Be" Digital Workflow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35" name="Content Placeholder 3">
            <a:extLst>
              <a:ext uri="{FF2B5EF4-FFF2-40B4-BE49-F238E27FC236}">
                <a16:creationId xmlns:a16="http://schemas.microsoft.com/office/drawing/2014/main" id="{173C1153-7B3E-EA23-1853-D63F946BFC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567234"/>
              </p:ext>
            </p:extLst>
          </p:nvPr>
        </p:nvGraphicFramePr>
        <p:xfrm>
          <a:off x="772886" y="2560284"/>
          <a:ext cx="10831286" cy="1461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6" name="Content Placeholder 3">
            <a:extLst>
              <a:ext uri="{FF2B5EF4-FFF2-40B4-BE49-F238E27FC236}">
                <a16:creationId xmlns:a16="http://schemas.microsoft.com/office/drawing/2014/main" id="{FBCEF18E-E91C-1A8B-7A99-20AFB8BBC1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1662242"/>
              </p:ext>
            </p:extLst>
          </p:nvPr>
        </p:nvGraphicFramePr>
        <p:xfrm>
          <a:off x="772886" y="5000500"/>
          <a:ext cx="10831286" cy="14618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12A332D-DD17-E0FA-9086-48D02CAA4688}"/>
              </a:ext>
            </a:extLst>
          </p:cNvPr>
          <p:cNvSpPr txBox="1"/>
          <p:nvPr/>
        </p:nvSpPr>
        <p:spPr>
          <a:xfrm>
            <a:off x="772886" y="43909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🟢 TO-BE (Proposed Automated Process)</a:t>
            </a:r>
            <a:endParaRPr lang="de-DE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5052F0-0D85-C18F-FCB6-6C374F55CF4E}"/>
              </a:ext>
            </a:extLst>
          </p:cNvPr>
          <p:cNvSpPr txBox="1"/>
          <p:nvPr/>
        </p:nvSpPr>
        <p:spPr>
          <a:xfrm>
            <a:off x="725002" y="19828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🔴 AS-IS (Current Manual Process)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939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EE57B-2C4A-ABA7-6C7D-93C1FF956482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 algn="l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Architecture Overview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DBCCBF-184A-6765-156E-A951CD4F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102" y="113405"/>
            <a:ext cx="2635900" cy="663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7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A666C-A54E-5273-E9B8-A4234CD1E0F2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1: Smart Data Intake &amp; Validation (Frontend)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Aufzeichnung 2026-05-11 114655">
            <a:hlinkClick r:id="" action="ppaction://media"/>
            <a:extLst>
              <a:ext uri="{FF2B5EF4-FFF2-40B4-BE49-F238E27FC236}">
                <a16:creationId xmlns:a16="http://schemas.microsoft.com/office/drawing/2014/main" id="{D3E669A3-8FA5-5425-207D-F45E8EE09C5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5177" y="1818226"/>
            <a:ext cx="11472989" cy="487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72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7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7956-858E-46B0-01F3-2CD9A414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dirty="0"/>
              <a:t>Phase 2: Automated ETL &amp; Exception Handling (Backend)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1D08E5AA-6977-CABF-80A9-2982A5A5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88" r="19301" b="1"/>
          <a:stretch>
            <a:fillRect/>
          </a:stretch>
        </p:blipFill>
        <p:spPr>
          <a:xfrm>
            <a:off x="320040" y="2868986"/>
            <a:ext cx="4530740" cy="311346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FCE0A9-3DC7-E8CE-A9D6-8155941BB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26936" y="2887274"/>
            <a:ext cx="6688897" cy="3076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9C19F6-FF85-F9E3-F8C0-06D58FB0BB38}"/>
              </a:ext>
            </a:extLst>
          </p:cNvPr>
          <p:cNvSpPr txBox="1"/>
          <p:nvPr/>
        </p:nvSpPr>
        <p:spPr>
          <a:xfrm>
            <a:off x="1942012" y="2024234"/>
            <a:ext cx="882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Python automatically validates raw data, pushing clean records to Power BI while isolating logical errors into a feedback loop for HR review.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792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1D9A2-8D30-3B36-C3CD-1BE8C88E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255298"/>
            <a:ext cx="10853928" cy="1325563"/>
          </a:xfrm>
        </p:spPr>
        <p:txBody>
          <a:bodyPr>
            <a:normAutofit/>
          </a:bodyPr>
          <a:lstStyle/>
          <a:p>
            <a:r>
              <a:rPr lang="en-US" sz="4200" dirty="0"/>
              <a:t>Phase 3: Executive Analytics &amp; Insights (Power BI)</a:t>
            </a:r>
            <a:endParaRPr lang="de-DE" sz="4200" dirty="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58D8701E-77F4-8C43-3A4B-6018D85EE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878" y="1749139"/>
            <a:ext cx="9134167" cy="512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2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11EF34-D4CC-183D-8354-64D4ADB1EC1D}"/>
              </a:ext>
            </a:extLst>
          </p:cNvPr>
          <p:cNvSpPr txBox="1"/>
          <p:nvPr/>
        </p:nvSpPr>
        <p:spPr>
          <a:xfrm>
            <a:off x="640080" y="1243013"/>
            <a:ext cx="3855720" cy="4371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Business Impact &amp; Value Delivered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B9CD26-EB9A-50F4-37C8-69E9A3D18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9687" y="789194"/>
            <a:ext cx="5798165" cy="56758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99%+ Data Integrity</a:t>
            </a:r>
            <a:endParaRPr kumimoji="0" lang="en-US" altLang="de-DE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de-DE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Smart validation eliminates human error at the source (e.g., negative salaries, inverted dates).</a:t>
            </a:r>
            <a:endParaRPr lang="en-US" altLang="de-DE" dirty="0">
              <a:solidFill>
                <a:schemeClr val="tx2"/>
              </a:solidFill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  </a:t>
            </a:r>
            <a:r>
              <a:rPr kumimoji="0" lang="en-US" altLang="de-DE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Zero-Touch Reporting</a:t>
            </a:r>
            <a:endParaRPr kumimoji="0" lang="en-US" altLang="de-DE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de-DE" b="0" i="1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Real-time Power BI synchronization replaces days of manual Excel consolidation.</a:t>
            </a:r>
            <a:endParaRPr kumimoji="0" lang="en-US" altLang="de-DE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de-DE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100% Audit Readiness</a:t>
            </a:r>
          </a:p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de-DE" altLang="de-DE" b="1" dirty="0">
                <a:solidFill>
                  <a:schemeClr val="tx2"/>
                </a:solidFill>
              </a:rPr>
              <a:t>Process Scalability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de-DE" altLang="de-DE" i="1" dirty="0">
                <a:solidFill>
                  <a:schemeClr val="tx2"/>
                </a:solidFill>
              </a:rPr>
              <a:t>The automated Python ETL pipeline can effortlessly scale to process thousands of expatriate and equity records without requiring additional HR headcount.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de-DE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de-DE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2800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56D363-1F1B-3694-E2ED-36FDA8CE62F8}"/>
              </a:ext>
            </a:extLst>
          </p:cNvPr>
          <p:cNvSpPr txBox="1"/>
          <p:nvPr/>
        </p:nvSpPr>
        <p:spPr>
          <a:xfrm>
            <a:off x="3502731" y="1542402"/>
            <a:ext cx="5186842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>
                <a:solidFill>
                  <a:schemeClr val="tx2"/>
                </a:solidFill>
                <a:latin typeface="Bahnschrift Condensed" panose="020B0502040204020203" pitchFamily="34" charset="0"/>
                <a:ea typeface="+mj-ea"/>
                <a:cs typeface="Aharoni" panose="020F0502020204030204" pitchFamily="2" charset="-79"/>
              </a:rPr>
              <a:t>THANK YOU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1844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215</Words>
  <Application>Microsoft Office PowerPoint</Application>
  <PresentationFormat>Widescreen</PresentationFormat>
  <Paragraphs>28</Paragraphs>
  <Slides>8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Bahnschrift Condensed</vt:lpstr>
      <vt:lpstr>Office Theme</vt:lpstr>
      <vt:lpstr>Digitalizing Global Mobility</vt:lpstr>
      <vt:lpstr>PowerPoint Presentation</vt:lpstr>
      <vt:lpstr>PowerPoint Presentation</vt:lpstr>
      <vt:lpstr>PowerPoint Presentation</vt:lpstr>
      <vt:lpstr>Phase 2: Automated ETL &amp; Exception Handling (Backend)</vt:lpstr>
      <vt:lpstr>Phase 3: Executive Analytics &amp; Insights (Power BI)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caliskan</dc:creator>
  <cp:lastModifiedBy>abdullah caliskan</cp:lastModifiedBy>
  <cp:revision>1</cp:revision>
  <dcterms:created xsi:type="dcterms:W3CDTF">2026-05-02T13:26:57Z</dcterms:created>
  <dcterms:modified xsi:type="dcterms:W3CDTF">2026-05-12T13:03:43Z</dcterms:modified>
</cp:coreProperties>
</file>