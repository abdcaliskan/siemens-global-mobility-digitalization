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Digitalizing Global Mobility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Accelerating GBS Transformation | Abdullah Çalışkan</a:t>
            </a:r>
          </a:p>
          <a:p>
            <a:r>
              <a:t>Siemens GBS PoC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The 'As-Is'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Manual Excel dependency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Data fragmentation silos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High administrative burden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Version control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Digital Transformation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Standardized Data Intake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Automated Validation Logic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Real-time Analytics Dashboard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Strategic Decision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Frontend: Streamlit Web UI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Backend: Python ETL Engine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Analytics: Power BI Gateway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Compliance: ISO Documentation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Smart Data Intake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Human error prevention at source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Live cost estimation logic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Threshold alerts for compliance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User-centric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ETL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Automated extraction via Pandas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Exception handling (Error DB)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Clean storage for master records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100% Data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Power BI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What-If Scenarios (Dynamic Budgeting)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Geo-spatial Cost Distribution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Departmental cost breakdown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Interactive C-Level KPIs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40% Reduction in manual labor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99.9% Data accuracy rate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Faster audit preparation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Automated compliance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ISO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Standardized process manuals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Version-controlled documentation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Audit-ready document library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H2R System alignment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Budget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Detailed division-based analysis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Relocation allowance tracking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Equity program monitoring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Predictive cost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Q1: PoC &amp; Core Logic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Q2: GBS Integration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Q3: AI-Driven Audit Tools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Q4: Global GBS Rollout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9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Future-ready GBS ecosystem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Scalable data infrastructure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Strategic process automation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Ready for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