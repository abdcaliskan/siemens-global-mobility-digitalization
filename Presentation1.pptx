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81CDBF-8A77-4CF7-B93B-7E491226ABE6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5CB4BF6B-979A-4462-A1EA-04596BF4B9DD}">
      <dgm:prSet phldrT="[Text]"/>
      <dgm:spPr>
        <a:solidFill>
          <a:srgbClr val="FF0000"/>
        </a:solidFill>
      </dgm:spPr>
      <dgm:t>
        <a:bodyPr/>
        <a:lstStyle/>
        <a:p>
          <a:pPr>
            <a:buNone/>
          </a:pPr>
          <a:r>
            <a:rPr lang="de-DE" b="1" dirty="0"/>
            <a:t> 📧 Request via Email </a:t>
          </a:r>
          <a:endParaRPr lang="de-DE" dirty="0"/>
        </a:p>
      </dgm:t>
    </dgm:pt>
    <dgm:pt modelId="{043BFA0B-65B9-4C40-9B12-37066F7BE678}" type="parTrans" cxnId="{DCBCC30D-10D3-4B9C-9CA1-AE39FEC15CA4}">
      <dgm:prSet/>
      <dgm:spPr/>
      <dgm:t>
        <a:bodyPr/>
        <a:lstStyle/>
        <a:p>
          <a:endParaRPr lang="de-DE"/>
        </a:p>
      </dgm:t>
    </dgm:pt>
    <dgm:pt modelId="{4E42B386-D8A7-4F4C-BFA6-D65DD078E9E9}" type="sibTrans" cxnId="{DCBCC30D-10D3-4B9C-9CA1-AE39FEC15CA4}">
      <dgm:prSet/>
      <dgm:spPr/>
      <dgm:t>
        <a:bodyPr/>
        <a:lstStyle/>
        <a:p>
          <a:endParaRPr lang="de-DE"/>
        </a:p>
      </dgm:t>
    </dgm:pt>
    <dgm:pt modelId="{FC7AC5CD-2CED-47D6-831A-85D8BF35952C}">
      <dgm:prSet phldrT="[Text]"/>
      <dgm:spPr>
        <a:solidFill>
          <a:srgbClr val="FF0000"/>
        </a:solidFill>
      </dgm:spPr>
      <dgm:t>
        <a:bodyPr/>
        <a:lstStyle/>
        <a:p>
          <a:pPr>
            <a:buNone/>
          </a:pPr>
          <a:r>
            <a:rPr lang="en-US" b="1" dirty="0"/>
            <a:t> 📝 Manual Data Entry to Excel </a:t>
          </a:r>
          <a:endParaRPr lang="de-DE" dirty="0"/>
        </a:p>
      </dgm:t>
    </dgm:pt>
    <dgm:pt modelId="{1A02E989-3EB0-45FC-80CA-AF0E1D3BC04E}" type="parTrans" cxnId="{045BF268-A031-4458-8384-41ECB7ADAF65}">
      <dgm:prSet/>
      <dgm:spPr/>
      <dgm:t>
        <a:bodyPr/>
        <a:lstStyle/>
        <a:p>
          <a:endParaRPr lang="de-DE"/>
        </a:p>
      </dgm:t>
    </dgm:pt>
    <dgm:pt modelId="{8ADA0ADD-BF66-4BEB-B972-007670BA2AAE}" type="sibTrans" cxnId="{045BF268-A031-4458-8384-41ECB7ADAF65}">
      <dgm:prSet/>
      <dgm:spPr/>
      <dgm:t>
        <a:bodyPr/>
        <a:lstStyle/>
        <a:p>
          <a:endParaRPr lang="de-DE"/>
        </a:p>
      </dgm:t>
    </dgm:pt>
    <dgm:pt modelId="{54D25226-18E1-4FA2-9479-67E087AB94E2}">
      <dgm:prSet phldrT="[Text]"/>
      <dgm:spPr>
        <a:solidFill>
          <a:srgbClr val="FF0000"/>
        </a:solidFill>
      </dgm:spPr>
      <dgm:t>
        <a:bodyPr/>
        <a:lstStyle/>
        <a:p>
          <a:pPr>
            <a:buNone/>
          </a:pPr>
          <a:r>
            <a:rPr lang="de-DE" b="1" dirty="0"/>
            <a:t>🧮 Manual Calculation (Duration) </a:t>
          </a:r>
          <a:r>
            <a:rPr lang="de-DE" dirty="0"/>
            <a:t> </a:t>
          </a:r>
        </a:p>
      </dgm:t>
    </dgm:pt>
    <dgm:pt modelId="{CB978697-D49E-4A31-BA64-BE5F6DC66B0C}" type="parTrans" cxnId="{5FA08136-5DD0-41A0-A42B-00C9209C05D8}">
      <dgm:prSet/>
      <dgm:spPr/>
      <dgm:t>
        <a:bodyPr/>
        <a:lstStyle/>
        <a:p>
          <a:endParaRPr lang="de-DE"/>
        </a:p>
      </dgm:t>
    </dgm:pt>
    <dgm:pt modelId="{8F935046-ECF1-4A76-9AF0-232ECD6B7947}" type="sibTrans" cxnId="{5FA08136-5DD0-41A0-A42B-00C9209C05D8}">
      <dgm:prSet/>
      <dgm:spPr/>
      <dgm:t>
        <a:bodyPr/>
        <a:lstStyle/>
        <a:p>
          <a:endParaRPr lang="de-DE"/>
        </a:p>
      </dgm:t>
    </dgm:pt>
    <dgm:pt modelId="{39DF8856-02A1-4E47-B81B-B8E17C2089A6}">
      <dgm:prSet phldrT="[Text]"/>
      <dgm:spPr>
        <a:solidFill>
          <a:srgbClr val="FF0000"/>
        </a:solidFill>
      </dgm:spPr>
      <dgm:t>
        <a:bodyPr/>
        <a:lstStyle/>
        <a:p>
          <a:pPr>
            <a:buNone/>
          </a:pPr>
          <a:r>
            <a:rPr lang="de-DE" b="1" dirty="0"/>
            <a:t> 📄 Unstructured Reporting </a:t>
          </a:r>
          <a:endParaRPr lang="de-DE" dirty="0"/>
        </a:p>
      </dgm:t>
    </dgm:pt>
    <dgm:pt modelId="{02B8343F-5B9A-47E8-A5C0-D7F6A5CD0807}" type="parTrans" cxnId="{3E46BCBD-B33E-4FC1-AEE8-ADEF2794B0D8}">
      <dgm:prSet/>
      <dgm:spPr/>
      <dgm:t>
        <a:bodyPr/>
        <a:lstStyle/>
        <a:p>
          <a:endParaRPr lang="de-DE"/>
        </a:p>
      </dgm:t>
    </dgm:pt>
    <dgm:pt modelId="{67D6B628-BD90-4B99-8E01-3A0C8F0519E2}" type="sibTrans" cxnId="{3E46BCBD-B33E-4FC1-AEE8-ADEF2794B0D8}">
      <dgm:prSet/>
      <dgm:spPr/>
      <dgm:t>
        <a:bodyPr/>
        <a:lstStyle/>
        <a:p>
          <a:endParaRPr lang="de-DE"/>
        </a:p>
      </dgm:t>
    </dgm:pt>
    <dgm:pt modelId="{6B0C50D0-3CE8-4468-85B2-E0742E32563F}" type="pres">
      <dgm:prSet presAssocID="{2D81CDBF-8A77-4CF7-B93B-7E491226ABE6}" presName="Name0" presStyleCnt="0">
        <dgm:presLayoutVars>
          <dgm:dir/>
          <dgm:resizeHandles val="exact"/>
        </dgm:presLayoutVars>
      </dgm:prSet>
      <dgm:spPr/>
    </dgm:pt>
    <dgm:pt modelId="{BDDA72BE-41CE-44F2-8145-6B5CC3E8E201}" type="pres">
      <dgm:prSet presAssocID="{5CB4BF6B-979A-4462-A1EA-04596BF4B9DD}" presName="node" presStyleLbl="node1" presStyleIdx="0" presStyleCnt="4">
        <dgm:presLayoutVars>
          <dgm:bulletEnabled val="1"/>
        </dgm:presLayoutVars>
      </dgm:prSet>
      <dgm:spPr/>
    </dgm:pt>
    <dgm:pt modelId="{6CAF3DAD-B202-45FA-9EC8-32CAC6EC3639}" type="pres">
      <dgm:prSet presAssocID="{4E42B386-D8A7-4F4C-BFA6-D65DD078E9E9}" presName="sibTrans" presStyleLbl="sibTrans1D1" presStyleIdx="0" presStyleCnt="3"/>
      <dgm:spPr/>
    </dgm:pt>
    <dgm:pt modelId="{F585BAD0-5C38-4BBC-B96E-0F9368BCCB05}" type="pres">
      <dgm:prSet presAssocID="{4E42B386-D8A7-4F4C-BFA6-D65DD078E9E9}" presName="connectorText" presStyleLbl="sibTrans1D1" presStyleIdx="0" presStyleCnt="3"/>
      <dgm:spPr/>
    </dgm:pt>
    <dgm:pt modelId="{DE9935D9-A280-43FE-B7AE-9DD568743851}" type="pres">
      <dgm:prSet presAssocID="{FC7AC5CD-2CED-47D6-831A-85D8BF35952C}" presName="node" presStyleLbl="node1" presStyleIdx="1" presStyleCnt="4">
        <dgm:presLayoutVars>
          <dgm:bulletEnabled val="1"/>
        </dgm:presLayoutVars>
      </dgm:prSet>
      <dgm:spPr/>
    </dgm:pt>
    <dgm:pt modelId="{15DEEE73-FBC7-4521-B954-8B581CAB2DDE}" type="pres">
      <dgm:prSet presAssocID="{8ADA0ADD-BF66-4BEB-B972-007670BA2AAE}" presName="sibTrans" presStyleLbl="sibTrans1D1" presStyleIdx="1" presStyleCnt="3"/>
      <dgm:spPr/>
    </dgm:pt>
    <dgm:pt modelId="{FD70C769-B9FD-45A5-B209-AD940211EEB1}" type="pres">
      <dgm:prSet presAssocID="{8ADA0ADD-BF66-4BEB-B972-007670BA2AAE}" presName="connectorText" presStyleLbl="sibTrans1D1" presStyleIdx="1" presStyleCnt="3"/>
      <dgm:spPr/>
    </dgm:pt>
    <dgm:pt modelId="{FE0A84B4-BAA0-4D70-8062-9C7CEFD6753B}" type="pres">
      <dgm:prSet presAssocID="{54D25226-18E1-4FA2-9479-67E087AB94E2}" presName="node" presStyleLbl="node1" presStyleIdx="2" presStyleCnt="4">
        <dgm:presLayoutVars>
          <dgm:bulletEnabled val="1"/>
        </dgm:presLayoutVars>
      </dgm:prSet>
      <dgm:spPr/>
    </dgm:pt>
    <dgm:pt modelId="{E761B5A5-F463-4532-9134-9704FBE137B4}" type="pres">
      <dgm:prSet presAssocID="{8F935046-ECF1-4A76-9AF0-232ECD6B7947}" presName="sibTrans" presStyleLbl="sibTrans1D1" presStyleIdx="2" presStyleCnt="3"/>
      <dgm:spPr/>
    </dgm:pt>
    <dgm:pt modelId="{C3DB72C8-5AAB-43E2-9D67-1A65B1CEEBAA}" type="pres">
      <dgm:prSet presAssocID="{8F935046-ECF1-4A76-9AF0-232ECD6B7947}" presName="connectorText" presStyleLbl="sibTrans1D1" presStyleIdx="2" presStyleCnt="3"/>
      <dgm:spPr/>
    </dgm:pt>
    <dgm:pt modelId="{0453F0EA-CA45-47D1-9F57-E5E26628AA5D}" type="pres">
      <dgm:prSet presAssocID="{39DF8856-02A1-4E47-B81B-B8E17C2089A6}" presName="node" presStyleLbl="node1" presStyleIdx="3" presStyleCnt="4">
        <dgm:presLayoutVars>
          <dgm:bulletEnabled val="1"/>
        </dgm:presLayoutVars>
      </dgm:prSet>
      <dgm:spPr/>
    </dgm:pt>
  </dgm:ptLst>
  <dgm:cxnLst>
    <dgm:cxn modelId="{DCBCC30D-10D3-4B9C-9CA1-AE39FEC15CA4}" srcId="{2D81CDBF-8A77-4CF7-B93B-7E491226ABE6}" destId="{5CB4BF6B-979A-4462-A1EA-04596BF4B9DD}" srcOrd="0" destOrd="0" parTransId="{043BFA0B-65B9-4C40-9B12-37066F7BE678}" sibTransId="{4E42B386-D8A7-4F4C-BFA6-D65DD078E9E9}"/>
    <dgm:cxn modelId="{2EB22014-DBEB-4C51-949E-D5F17089D4C0}" type="presOf" srcId="{5CB4BF6B-979A-4462-A1EA-04596BF4B9DD}" destId="{BDDA72BE-41CE-44F2-8145-6B5CC3E8E201}" srcOrd="0" destOrd="0" presId="urn:microsoft.com/office/officeart/2005/8/layout/bProcess3"/>
    <dgm:cxn modelId="{654F901D-5667-42E9-AF86-EA68E04AB9A4}" type="presOf" srcId="{8F935046-ECF1-4A76-9AF0-232ECD6B7947}" destId="{E761B5A5-F463-4532-9134-9704FBE137B4}" srcOrd="0" destOrd="0" presId="urn:microsoft.com/office/officeart/2005/8/layout/bProcess3"/>
    <dgm:cxn modelId="{211A6428-19A9-448E-9A6A-119794F75361}" type="presOf" srcId="{8F935046-ECF1-4A76-9AF0-232ECD6B7947}" destId="{C3DB72C8-5AAB-43E2-9D67-1A65B1CEEBAA}" srcOrd="1" destOrd="0" presId="urn:microsoft.com/office/officeart/2005/8/layout/bProcess3"/>
    <dgm:cxn modelId="{ED53CB28-B5EB-426E-B3AB-0CD96DC656FD}" type="presOf" srcId="{54D25226-18E1-4FA2-9479-67E087AB94E2}" destId="{FE0A84B4-BAA0-4D70-8062-9C7CEFD6753B}" srcOrd="0" destOrd="0" presId="urn:microsoft.com/office/officeart/2005/8/layout/bProcess3"/>
    <dgm:cxn modelId="{E719FE28-32D0-4417-8F59-CFBD6564037D}" type="presOf" srcId="{2D81CDBF-8A77-4CF7-B93B-7E491226ABE6}" destId="{6B0C50D0-3CE8-4468-85B2-E0742E32563F}" srcOrd="0" destOrd="0" presId="urn:microsoft.com/office/officeart/2005/8/layout/bProcess3"/>
    <dgm:cxn modelId="{5FA08136-5DD0-41A0-A42B-00C9209C05D8}" srcId="{2D81CDBF-8A77-4CF7-B93B-7E491226ABE6}" destId="{54D25226-18E1-4FA2-9479-67E087AB94E2}" srcOrd="2" destOrd="0" parTransId="{CB978697-D49E-4A31-BA64-BE5F6DC66B0C}" sibTransId="{8F935046-ECF1-4A76-9AF0-232ECD6B7947}"/>
    <dgm:cxn modelId="{045BF268-A031-4458-8384-41ECB7ADAF65}" srcId="{2D81CDBF-8A77-4CF7-B93B-7E491226ABE6}" destId="{FC7AC5CD-2CED-47D6-831A-85D8BF35952C}" srcOrd="1" destOrd="0" parTransId="{1A02E989-3EB0-45FC-80CA-AF0E1D3BC04E}" sibTransId="{8ADA0ADD-BF66-4BEB-B972-007670BA2AAE}"/>
    <dgm:cxn modelId="{1D8AD74A-86E6-4580-9C7A-382FEC7956D2}" type="presOf" srcId="{4E42B386-D8A7-4F4C-BFA6-D65DD078E9E9}" destId="{6CAF3DAD-B202-45FA-9EC8-32CAC6EC3639}" srcOrd="0" destOrd="0" presId="urn:microsoft.com/office/officeart/2005/8/layout/bProcess3"/>
    <dgm:cxn modelId="{BB445B56-F08A-4E92-BEC8-CCAFF46CF15E}" type="presOf" srcId="{FC7AC5CD-2CED-47D6-831A-85D8BF35952C}" destId="{DE9935D9-A280-43FE-B7AE-9DD568743851}" srcOrd="0" destOrd="0" presId="urn:microsoft.com/office/officeart/2005/8/layout/bProcess3"/>
    <dgm:cxn modelId="{E0A9CCA4-ACDE-4689-8E45-E1E6EA2C7324}" type="presOf" srcId="{39DF8856-02A1-4E47-B81B-B8E17C2089A6}" destId="{0453F0EA-CA45-47D1-9F57-E5E26628AA5D}" srcOrd="0" destOrd="0" presId="urn:microsoft.com/office/officeart/2005/8/layout/bProcess3"/>
    <dgm:cxn modelId="{3E46BCBD-B33E-4FC1-AEE8-ADEF2794B0D8}" srcId="{2D81CDBF-8A77-4CF7-B93B-7E491226ABE6}" destId="{39DF8856-02A1-4E47-B81B-B8E17C2089A6}" srcOrd="3" destOrd="0" parTransId="{02B8343F-5B9A-47E8-A5C0-D7F6A5CD0807}" sibTransId="{67D6B628-BD90-4B99-8E01-3A0C8F0519E2}"/>
    <dgm:cxn modelId="{614AB6DC-E334-43C7-8844-8126973A63A0}" type="presOf" srcId="{8ADA0ADD-BF66-4BEB-B972-007670BA2AAE}" destId="{15DEEE73-FBC7-4521-B954-8B581CAB2DDE}" srcOrd="0" destOrd="0" presId="urn:microsoft.com/office/officeart/2005/8/layout/bProcess3"/>
    <dgm:cxn modelId="{E550B5F1-2FDE-45B6-93AF-33C40512D3D0}" type="presOf" srcId="{4E42B386-D8A7-4F4C-BFA6-D65DD078E9E9}" destId="{F585BAD0-5C38-4BBC-B96E-0F9368BCCB05}" srcOrd="1" destOrd="0" presId="urn:microsoft.com/office/officeart/2005/8/layout/bProcess3"/>
    <dgm:cxn modelId="{415D78F2-0628-4A28-B412-EC3E734E54E5}" type="presOf" srcId="{8ADA0ADD-BF66-4BEB-B972-007670BA2AAE}" destId="{FD70C769-B9FD-45A5-B209-AD940211EEB1}" srcOrd="1" destOrd="0" presId="urn:microsoft.com/office/officeart/2005/8/layout/bProcess3"/>
    <dgm:cxn modelId="{A5AF2880-E6F3-460E-BD4A-3C493B0ED6F8}" type="presParOf" srcId="{6B0C50D0-3CE8-4468-85B2-E0742E32563F}" destId="{BDDA72BE-41CE-44F2-8145-6B5CC3E8E201}" srcOrd="0" destOrd="0" presId="urn:microsoft.com/office/officeart/2005/8/layout/bProcess3"/>
    <dgm:cxn modelId="{902EE4AE-299E-4909-B45E-83A4FBEAC960}" type="presParOf" srcId="{6B0C50D0-3CE8-4468-85B2-E0742E32563F}" destId="{6CAF3DAD-B202-45FA-9EC8-32CAC6EC3639}" srcOrd="1" destOrd="0" presId="urn:microsoft.com/office/officeart/2005/8/layout/bProcess3"/>
    <dgm:cxn modelId="{FAA6F086-94F2-4038-9411-9E425D2F4A82}" type="presParOf" srcId="{6CAF3DAD-B202-45FA-9EC8-32CAC6EC3639}" destId="{F585BAD0-5C38-4BBC-B96E-0F9368BCCB05}" srcOrd="0" destOrd="0" presId="urn:microsoft.com/office/officeart/2005/8/layout/bProcess3"/>
    <dgm:cxn modelId="{3ADA5269-8B1B-4220-8554-E2F6C60511BC}" type="presParOf" srcId="{6B0C50D0-3CE8-4468-85B2-E0742E32563F}" destId="{DE9935D9-A280-43FE-B7AE-9DD568743851}" srcOrd="2" destOrd="0" presId="urn:microsoft.com/office/officeart/2005/8/layout/bProcess3"/>
    <dgm:cxn modelId="{EEAAC409-283C-496A-99EF-C1DF59BE5248}" type="presParOf" srcId="{6B0C50D0-3CE8-4468-85B2-E0742E32563F}" destId="{15DEEE73-FBC7-4521-B954-8B581CAB2DDE}" srcOrd="3" destOrd="0" presId="urn:microsoft.com/office/officeart/2005/8/layout/bProcess3"/>
    <dgm:cxn modelId="{59EF4839-A075-43E1-8E09-519F0DB16846}" type="presParOf" srcId="{15DEEE73-FBC7-4521-B954-8B581CAB2DDE}" destId="{FD70C769-B9FD-45A5-B209-AD940211EEB1}" srcOrd="0" destOrd="0" presId="urn:microsoft.com/office/officeart/2005/8/layout/bProcess3"/>
    <dgm:cxn modelId="{0535ADF6-59AC-49AA-A9FB-7918B7FCFAB3}" type="presParOf" srcId="{6B0C50D0-3CE8-4468-85B2-E0742E32563F}" destId="{FE0A84B4-BAA0-4D70-8062-9C7CEFD6753B}" srcOrd="4" destOrd="0" presId="urn:microsoft.com/office/officeart/2005/8/layout/bProcess3"/>
    <dgm:cxn modelId="{CE103DA9-E1FC-4A31-B5B1-92B1C11F073A}" type="presParOf" srcId="{6B0C50D0-3CE8-4468-85B2-E0742E32563F}" destId="{E761B5A5-F463-4532-9134-9704FBE137B4}" srcOrd="5" destOrd="0" presId="urn:microsoft.com/office/officeart/2005/8/layout/bProcess3"/>
    <dgm:cxn modelId="{B4280030-8D36-4867-94C0-9EC552753720}" type="presParOf" srcId="{E761B5A5-F463-4532-9134-9704FBE137B4}" destId="{C3DB72C8-5AAB-43E2-9D67-1A65B1CEEBAA}" srcOrd="0" destOrd="0" presId="urn:microsoft.com/office/officeart/2005/8/layout/bProcess3"/>
    <dgm:cxn modelId="{7E8BCA25-14EE-44DC-ABE0-F1A8403C1F10}" type="presParOf" srcId="{6B0C50D0-3CE8-4468-85B2-E0742E32563F}" destId="{0453F0EA-CA45-47D1-9F57-E5E26628AA5D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81CDBF-8A77-4CF7-B93B-7E491226ABE6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5CB4BF6B-979A-4462-A1EA-04596BF4B9DD}">
      <dgm:prSet phldrT="[Text]"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en-US" b="1" dirty="0"/>
            <a:t>📋 Structured Request (MS Forms) </a:t>
          </a:r>
          <a:r>
            <a:rPr lang="en-US" dirty="0"/>
            <a:t> </a:t>
          </a:r>
          <a:endParaRPr lang="de-DE" dirty="0"/>
        </a:p>
      </dgm:t>
    </dgm:pt>
    <dgm:pt modelId="{043BFA0B-65B9-4C40-9B12-37066F7BE678}" type="parTrans" cxnId="{DCBCC30D-10D3-4B9C-9CA1-AE39FEC15CA4}">
      <dgm:prSet/>
      <dgm:spPr/>
      <dgm:t>
        <a:bodyPr/>
        <a:lstStyle/>
        <a:p>
          <a:endParaRPr lang="de-DE"/>
        </a:p>
      </dgm:t>
    </dgm:pt>
    <dgm:pt modelId="{4E42B386-D8A7-4F4C-BFA6-D65DD078E9E9}" type="sibTrans" cxnId="{DCBCC30D-10D3-4B9C-9CA1-AE39FEC15CA4}">
      <dgm:prSet/>
      <dgm:spPr/>
      <dgm:t>
        <a:bodyPr/>
        <a:lstStyle/>
        <a:p>
          <a:endParaRPr lang="de-DE"/>
        </a:p>
      </dgm:t>
    </dgm:pt>
    <dgm:pt modelId="{FC7AC5CD-2CED-47D6-831A-85D8BF35952C}">
      <dgm:prSet phldrT="[Text]"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de-DE" b="1" dirty="0"/>
            <a:t>🐍 Python Script (Logic &amp; Calc) </a:t>
          </a:r>
          <a:endParaRPr lang="de-DE" dirty="0"/>
        </a:p>
      </dgm:t>
    </dgm:pt>
    <dgm:pt modelId="{1A02E989-3EB0-45FC-80CA-AF0E1D3BC04E}" type="parTrans" cxnId="{045BF268-A031-4458-8384-41ECB7ADAF65}">
      <dgm:prSet/>
      <dgm:spPr/>
      <dgm:t>
        <a:bodyPr/>
        <a:lstStyle/>
        <a:p>
          <a:endParaRPr lang="de-DE"/>
        </a:p>
      </dgm:t>
    </dgm:pt>
    <dgm:pt modelId="{8ADA0ADD-BF66-4BEB-B972-007670BA2AAE}" type="sibTrans" cxnId="{045BF268-A031-4458-8384-41ECB7ADAF65}">
      <dgm:prSet/>
      <dgm:spPr/>
      <dgm:t>
        <a:bodyPr/>
        <a:lstStyle/>
        <a:p>
          <a:endParaRPr lang="de-DE"/>
        </a:p>
      </dgm:t>
    </dgm:pt>
    <dgm:pt modelId="{54D25226-18E1-4FA2-9479-67E087AB94E2}">
      <dgm:prSet phldrT="[Text]"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de-DE" b="1" dirty="0"/>
            <a:t>🧮 Manual  📂 Automated Data Pipeline  (Duration) </a:t>
          </a:r>
          <a:r>
            <a:rPr lang="de-DE" dirty="0"/>
            <a:t> </a:t>
          </a:r>
        </a:p>
      </dgm:t>
    </dgm:pt>
    <dgm:pt modelId="{CB978697-D49E-4A31-BA64-BE5F6DC66B0C}" type="parTrans" cxnId="{5FA08136-5DD0-41A0-A42B-00C9209C05D8}">
      <dgm:prSet/>
      <dgm:spPr/>
      <dgm:t>
        <a:bodyPr/>
        <a:lstStyle/>
        <a:p>
          <a:endParaRPr lang="de-DE"/>
        </a:p>
      </dgm:t>
    </dgm:pt>
    <dgm:pt modelId="{8F935046-ECF1-4A76-9AF0-232ECD6B7947}" type="sibTrans" cxnId="{5FA08136-5DD0-41A0-A42B-00C9209C05D8}">
      <dgm:prSet/>
      <dgm:spPr/>
      <dgm:t>
        <a:bodyPr/>
        <a:lstStyle/>
        <a:p>
          <a:endParaRPr lang="de-DE"/>
        </a:p>
      </dgm:t>
    </dgm:pt>
    <dgm:pt modelId="{39DF8856-02A1-4E47-B81B-B8E17C2089A6}">
      <dgm:prSet phldrT="[Text]"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en-US" b="1" dirty="0"/>
            <a:t>📈 Live Power BI Dashboard </a:t>
          </a:r>
          <a:endParaRPr lang="de-DE" dirty="0"/>
        </a:p>
      </dgm:t>
    </dgm:pt>
    <dgm:pt modelId="{02B8343F-5B9A-47E8-A5C0-D7F6A5CD0807}" type="parTrans" cxnId="{3E46BCBD-B33E-4FC1-AEE8-ADEF2794B0D8}">
      <dgm:prSet/>
      <dgm:spPr/>
      <dgm:t>
        <a:bodyPr/>
        <a:lstStyle/>
        <a:p>
          <a:endParaRPr lang="de-DE"/>
        </a:p>
      </dgm:t>
    </dgm:pt>
    <dgm:pt modelId="{67D6B628-BD90-4B99-8E01-3A0C8F0519E2}" type="sibTrans" cxnId="{3E46BCBD-B33E-4FC1-AEE8-ADEF2794B0D8}">
      <dgm:prSet/>
      <dgm:spPr/>
      <dgm:t>
        <a:bodyPr/>
        <a:lstStyle/>
        <a:p>
          <a:endParaRPr lang="de-DE"/>
        </a:p>
      </dgm:t>
    </dgm:pt>
    <dgm:pt modelId="{6B0C50D0-3CE8-4468-85B2-E0742E32563F}" type="pres">
      <dgm:prSet presAssocID="{2D81CDBF-8A77-4CF7-B93B-7E491226ABE6}" presName="Name0" presStyleCnt="0">
        <dgm:presLayoutVars>
          <dgm:dir/>
          <dgm:resizeHandles val="exact"/>
        </dgm:presLayoutVars>
      </dgm:prSet>
      <dgm:spPr/>
    </dgm:pt>
    <dgm:pt modelId="{BDDA72BE-41CE-44F2-8145-6B5CC3E8E201}" type="pres">
      <dgm:prSet presAssocID="{5CB4BF6B-979A-4462-A1EA-04596BF4B9DD}" presName="node" presStyleLbl="node1" presStyleIdx="0" presStyleCnt="4">
        <dgm:presLayoutVars>
          <dgm:bulletEnabled val="1"/>
        </dgm:presLayoutVars>
      </dgm:prSet>
      <dgm:spPr/>
    </dgm:pt>
    <dgm:pt modelId="{6CAF3DAD-B202-45FA-9EC8-32CAC6EC3639}" type="pres">
      <dgm:prSet presAssocID="{4E42B386-D8A7-4F4C-BFA6-D65DD078E9E9}" presName="sibTrans" presStyleLbl="sibTrans1D1" presStyleIdx="0" presStyleCnt="3"/>
      <dgm:spPr/>
    </dgm:pt>
    <dgm:pt modelId="{F585BAD0-5C38-4BBC-B96E-0F9368BCCB05}" type="pres">
      <dgm:prSet presAssocID="{4E42B386-D8A7-4F4C-BFA6-D65DD078E9E9}" presName="connectorText" presStyleLbl="sibTrans1D1" presStyleIdx="0" presStyleCnt="3"/>
      <dgm:spPr/>
    </dgm:pt>
    <dgm:pt modelId="{DE9935D9-A280-43FE-B7AE-9DD568743851}" type="pres">
      <dgm:prSet presAssocID="{FC7AC5CD-2CED-47D6-831A-85D8BF35952C}" presName="node" presStyleLbl="node1" presStyleIdx="1" presStyleCnt="4">
        <dgm:presLayoutVars>
          <dgm:bulletEnabled val="1"/>
        </dgm:presLayoutVars>
      </dgm:prSet>
      <dgm:spPr/>
    </dgm:pt>
    <dgm:pt modelId="{15DEEE73-FBC7-4521-B954-8B581CAB2DDE}" type="pres">
      <dgm:prSet presAssocID="{8ADA0ADD-BF66-4BEB-B972-007670BA2AAE}" presName="sibTrans" presStyleLbl="sibTrans1D1" presStyleIdx="1" presStyleCnt="3"/>
      <dgm:spPr/>
    </dgm:pt>
    <dgm:pt modelId="{FD70C769-B9FD-45A5-B209-AD940211EEB1}" type="pres">
      <dgm:prSet presAssocID="{8ADA0ADD-BF66-4BEB-B972-007670BA2AAE}" presName="connectorText" presStyleLbl="sibTrans1D1" presStyleIdx="1" presStyleCnt="3"/>
      <dgm:spPr/>
    </dgm:pt>
    <dgm:pt modelId="{FE0A84B4-BAA0-4D70-8062-9C7CEFD6753B}" type="pres">
      <dgm:prSet presAssocID="{54D25226-18E1-4FA2-9479-67E087AB94E2}" presName="node" presStyleLbl="node1" presStyleIdx="2" presStyleCnt="4">
        <dgm:presLayoutVars>
          <dgm:bulletEnabled val="1"/>
        </dgm:presLayoutVars>
      </dgm:prSet>
      <dgm:spPr/>
    </dgm:pt>
    <dgm:pt modelId="{E761B5A5-F463-4532-9134-9704FBE137B4}" type="pres">
      <dgm:prSet presAssocID="{8F935046-ECF1-4A76-9AF0-232ECD6B7947}" presName="sibTrans" presStyleLbl="sibTrans1D1" presStyleIdx="2" presStyleCnt="3"/>
      <dgm:spPr/>
    </dgm:pt>
    <dgm:pt modelId="{C3DB72C8-5AAB-43E2-9D67-1A65B1CEEBAA}" type="pres">
      <dgm:prSet presAssocID="{8F935046-ECF1-4A76-9AF0-232ECD6B7947}" presName="connectorText" presStyleLbl="sibTrans1D1" presStyleIdx="2" presStyleCnt="3"/>
      <dgm:spPr/>
    </dgm:pt>
    <dgm:pt modelId="{0453F0EA-CA45-47D1-9F57-E5E26628AA5D}" type="pres">
      <dgm:prSet presAssocID="{39DF8856-02A1-4E47-B81B-B8E17C2089A6}" presName="node" presStyleLbl="node1" presStyleIdx="3" presStyleCnt="4">
        <dgm:presLayoutVars>
          <dgm:bulletEnabled val="1"/>
        </dgm:presLayoutVars>
      </dgm:prSet>
      <dgm:spPr/>
    </dgm:pt>
  </dgm:ptLst>
  <dgm:cxnLst>
    <dgm:cxn modelId="{DCBCC30D-10D3-4B9C-9CA1-AE39FEC15CA4}" srcId="{2D81CDBF-8A77-4CF7-B93B-7E491226ABE6}" destId="{5CB4BF6B-979A-4462-A1EA-04596BF4B9DD}" srcOrd="0" destOrd="0" parTransId="{043BFA0B-65B9-4C40-9B12-37066F7BE678}" sibTransId="{4E42B386-D8A7-4F4C-BFA6-D65DD078E9E9}"/>
    <dgm:cxn modelId="{2EB22014-DBEB-4C51-949E-D5F17089D4C0}" type="presOf" srcId="{5CB4BF6B-979A-4462-A1EA-04596BF4B9DD}" destId="{BDDA72BE-41CE-44F2-8145-6B5CC3E8E201}" srcOrd="0" destOrd="0" presId="urn:microsoft.com/office/officeart/2005/8/layout/bProcess3"/>
    <dgm:cxn modelId="{654F901D-5667-42E9-AF86-EA68E04AB9A4}" type="presOf" srcId="{8F935046-ECF1-4A76-9AF0-232ECD6B7947}" destId="{E761B5A5-F463-4532-9134-9704FBE137B4}" srcOrd="0" destOrd="0" presId="urn:microsoft.com/office/officeart/2005/8/layout/bProcess3"/>
    <dgm:cxn modelId="{211A6428-19A9-448E-9A6A-119794F75361}" type="presOf" srcId="{8F935046-ECF1-4A76-9AF0-232ECD6B7947}" destId="{C3DB72C8-5AAB-43E2-9D67-1A65B1CEEBAA}" srcOrd="1" destOrd="0" presId="urn:microsoft.com/office/officeart/2005/8/layout/bProcess3"/>
    <dgm:cxn modelId="{ED53CB28-B5EB-426E-B3AB-0CD96DC656FD}" type="presOf" srcId="{54D25226-18E1-4FA2-9479-67E087AB94E2}" destId="{FE0A84B4-BAA0-4D70-8062-9C7CEFD6753B}" srcOrd="0" destOrd="0" presId="urn:microsoft.com/office/officeart/2005/8/layout/bProcess3"/>
    <dgm:cxn modelId="{E719FE28-32D0-4417-8F59-CFBD6564037D}" type="presOf" srcId="{2D81CDBF-8A77-4CF7-B93B-7E491226ABE6}" destId="{6B0C50D0-3CE8-4468-85B2-E0742E32563F}" srcOrd="0" destOrd="0" presId="urn:microsoft.com/office/officeart/2005/8/layout/bProcess3"/>
    <dgm:cxn modelId="{5FA08136-5DD0-41A0-A42B-00C9209C05D8}" srcId="{2D81CDBF-8A77-4CF7-B93B-7E491226ABE6}" destId="{54D25226-18E1-4FA2-9479-67E087AB94E2}" srcOrd="2" destOrd="0" parTransId="{CB978697-D49E-4A31-BA64-BE5F6DC66B0C}" sibTransId="{8F935046-ECF1-4A76-9AF0-232ECD6B7947}"/>
    <dgm:cxn modelId="{045BF268-A031-4458-8384-41ECB7ADAF65}" srcId="{2D81CDBF-8A77-4CF7-B93B-7E491226ABE6}" destId="{FC7AC5CD-2CED-47D6-831A-85D8BF35952C}" srcOrd="1" destOrd="0" parTransId="{1A02E989-3EB0-45FC-80CA-AF0E1D3BC04E}" sibTransId="{8ADA0ADD-BF66-4BEB-B972-007670BA2AAE}"/>
    <dgm:cxn modelId="{1D8AD74A-86E6-4580-9C7A-382FEC7956D2}" type="presOf" srcId="{4E42B386-D8A7-4F4C-BFA6-D65DD078E9E9}" destId="{6CAF3DAD-B202-45FA-9EC8-32CAC6EC3639}" srcOrd="0" destOrd="0" presId="urn:microsoft.com/office/officeart/2005/8/layout/bProcess3"/>
    <dgm:cxn modelId="{BB445B56-F08A-4E92-BEC8-CCAFF46CF15E}" type="presOf" srcId="{FC7AC5CD-2CED-47D6-831A-85D8BF35952C}" destId="{DE9935D9-A280-43FE-B7AE-9DD568743851}" srcOrd="0" destOrd="0" presId="urn:microsoft.com/office/officeart/2005/8/layout/bProcess3"/>
    <dgm:cxn modelId="{E0A9CCA4-ACDE-4689-8E45-E1E6EA2C7324}" type="presOf" srcId="{39DF8856-02A1-4E47-B81B-B8E17C2089A6}" destId="{0453F0EA-CA45-47D1-9F57-E5E26628AA5D}" srcOrd="0" destOrd="0" presId="urn:microsoft.com/office/officeart/2005/8/layout/bProcess3"/>
    <dgm:cxn modelId="{3E46BCBD-B33E-4FC1-AEE8-ADEF2794B0D8}" srcId="{2D81CDBF-8A77-4CF7-B93B-7E491226ABE6}" destId="{39DF8856-02A1-4E47-B81B-B8E17C2089A6}" srcOrd="3" destOrd="0" parTransId="{02B8343F-5B9A-47E8-A5C0-D7F6A5CD0807}" sibTransId="{67D6B628-BD90-4B99-8E01-3A0C8F0519E2}"/>
    <dgm:cxn modelId="{614AB6DC-E334-43C7-8844-8126973A63A0}" type="presOf" srcId="{8ADA0ADD-BF66-4BEB-B972-007670BA2AAE}" destId="{15DEEE73-FBC7-4521-B954-8B581CAB2DDE}" srcOrd="0" destOrd="0" presId="urn:microsoft.com/office/officeart/2005/8/layout/bProcess3"/>
    <dgm:cxn modelId="{E550B5F1-2FDE-45B6-93AF-33C40512D3D0}" type="presOf" srcId="{4E42B386-D8A7-4F4C-BFA6-D65DD078E9E9}" destId="{F585BAD0-5C38-4BBC-B96E-0F9368BCCB05}" srcOrd="1" destOrd="0" presId="urn:microsoft.com/office/officeart/2005/8/layout/bProcess3"/>
    <dgm:cxn modelId="{415D78F2-0628-4A28-B412-EC3E734E54E5}" type="presOf" srcId="{8ADA0ADD-BF66-4BEB-B972-007670BA2AAE}" destId="{FD70C769-B9FD-45A5-B209-AD940211EEB1}" srcOrd="1" destOrd="0" presId="urn:microsoft.com/office/officeart/2005/8/layout/bProcess3"/>
    <dgm:cxn modelId="{A5AF2880-E6F3-460E-BD4A-3C493B0ED6F8}" type="presParOf" srcId="{6B0C50D0-3CE8-4468-85B2-E0742E32563F}" destId="{BDDA72BE-41CE-44F2-8145-6B5CC3E8E201}" srcOrd="0" destOrd="0" presId="urn:microsoft.com/office/officeart/2005/8/layout/bProcess3"/>
    <dgm:cxn modelId="{902EE4AE-299E-4909-B45E-83A4FBEAC960}" type="presParOf" srcId="{6B0C50D0-3CE8-4468-85B2-E0742E32563F}" destId="{6CAF3DAD-B202-45FA-9EC8-32CAC6EC3639}" srcOrd="1" destOrd="0" presId="urn:microsoft.com/office/officeart/2005/8/layout/bProcess3"/>
    <dgm:cxn modelId="{FAA6F086-94F2-4038-9411-9E425D2F4A82}" type="presParOf" srcId="{6CAF3DAD-B202-45FA-9EC8-32CAC6EC3639}" destId="{F585BAD0-5C38-4BBC-B96E-0F9368BCCB05}" srcOrd="0" destOrd="0" presId="urn:microsoft.com/office/officeart/2005/8/layout/bProcess3"/>
    <dgm:cxn modelId="{3ADA5269-8B1B-4220-8554-E2F6C60511BC}" type="presParOf" srcId="{6B0C50D0-3CE8-4468-85B2-E0742E32563F}" destId="{DE9935D9-A280-43FE-B7AE-9DD568743851}" srcOrd="2" destOrd="0" presId="urn:microsoft.com/office/officeart/2005/8/layout/bProcess3"/>
    <dgm:cxn modelId="{EEAAC409-283C-496A-99EF-C1DF59BE5248}" type="presParOf" srcId="{6B0C50D0-3CE8-4468-85B2-E0742E32563F}" destId="{15DEEE73-FBC7-4521-B954-8B581CAB2DDE}" srcOrd="3" destOrd="0" presId="urn:microsoft.com/office/officeart/2005/8/layout/bProcess3"/>
    <dgm:cxn modelId="{59EF4839-A075-43E1-8E09-519F0DB16846}" type="presParOf" srcId="{15DEEE73-FBC7-4521-B954-8B581CAB2DDE}" destId="{FD70C769-B9FD-45A5-B209-AD940211EEB1}" srcOrd="0" destOrd="0" presId="urn:microsoft.com/office/officeart/2005/8/layout/bProcess3"/>
    <dgm:cxn modelId="{0535ADF6-59AC-49AA-A9FB-7918B7FCFAB3}" type="presParOf" srcId="{6B0C50D0-3CE8-4468-85B2-E0742E32563F}" destId="{FE0A84B4-BAA0-4D70-8062-9C7CEFD6753B}" srcOrd="4" destOrd="0" presId="urn:microsoft.com/office/officeart/2005/8/layout/bProcess3"/>
    <dgm:cxn modelId="{CE103DA9-E1FC-4A31-B5B1-92B1C11F073A}" type="presParOf" srcId="{6B0C50D0-3CE8-4468-85B2-E0742E32563F}" destId="{E761B5A5-F463-4532-9134-9704FBE137B4}" srcOrd="5" destOrd="0" presId="urn:microsoft.com/office/officeart/2005/8/layout/bProcess3"/>
    <dgm:cxn modelId="{B4280030-8D36-4867-94C0-9EC552753720}" type="presParOf" srcId="{E761B5A5-F463-4532-9134-9704FBE137B4}" destId="{C3DB72C8-5AAB-43E2-9D67-1A65B1CEEBAA}" srcOrd="0" destOrd="0" presId="urn:microsoft.com/office/officeart/2005/8/layout/bProcess3"/>
    <dgm:cxn modelId="{7E8BCA25-14EE-44DC-ABE0-F1A8403C1F10}" type="presParOf" srcId="{6B0C50D0-3CE8-4468-85B2-E0742E32563F}" destId="{0453F0EA-CA45-47D1-9F57-E5E26628AA5D}" srcOrd="6" destOrd="0" presId="urn:microsoft.com/office/officeart/2005/8/layout/bProcess3"/>
  </dgm:cxnLst>
  <dgm:bg/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AF3DAD-B202-45FA-9EC8-32CAC6EC3639}">
      <dsp:nvSpPr>
        <dsp:cNvPr id="0" name=""/>
        <dsp:cNvSpPr/>
      </dsp:nvSpPr>
      <dsp:spPr>
        <a:xfrm>
          <a:off x="2308878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2545784" y="728275"/>
        <a:ext cx="26548" cy="5309"/>
      </dsp:txXfrm>
    </dsp:sp>
    <dsp:sp modelId="{BDDA72BE-41CE-44F2-8145-6B5CC3E8E201}">
      <dsp:nvSpPr>
        <dsp:cNvPr id="0" name=""/>
        <dsp:cNvSpPr/>
      </dsp:nvSpPr>
      <dsp:spPr>
        <a:xfrm>
          <a:off x="2155" y="38373"/>
          <a:ext cx="2308523" cy="1385114"/>
        </a:xfrm>
        <a:prstGeom prst="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b="1" kern="1200" dirty="0"/>
            <a:t> 📧 Request via Email </a:t>
          </a:r>
          <a:endParaRPr lang="de-DE" sz="2300" kern="1200" dirty="0"/>
        </a:p>
      </dsp:txBody>
      <dsp:txXfrm>
        <a:off x="2155" y="38373"/>
        <a:ext cx="2308523" cy="1385114"/>
      </dsp:txXfrm>
    </dsp:sp>
    <dsp:sp modelId="{15DEEE73-FBC7-4521-B954-8B581CAB2DDE}">
      <dsp:nvSpPr>
        <dsp:cNvPr id="0" name=""/>
        <dsp:cNvSpPr/>
      </dsp:nvSpPr>
      <dsp:spPr>
        <a:xfrm>
          <a:off x="5148362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5385268" y="728275"/>
        <a:ext cx="26548" cy="5309"/>
      </dsp:txXfrm>
    </dsp:sp>
    <dsp:sp modelId="{DE9935D9-A280-43FE-B7AE-9DD568743851}">
      <dsp:nvSpPr>
        <dsp:cNvPr id="0" name=""/>
        <dsp:cNvSpPr/>
      </dsp:nvSpPr>
      <dsp:spPr>
        <a:xfrm>
          <a:off x="2841639" y="38373"/>
          <a:ext cx="2308523" cy="1385114"/>
        </a:xfrm>
        <a:prstGeom prst="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 📝 Manual Data Entry to Excel </a:t>
          </a:r>
          <a:endParaRPr lang="de-DE" sz="2300" kern="1200" dirty="0"/>
        </a:p>
      </dsp:txBody>
      <dsp:txXfrm>
        <a:off x="2841639" y="38373"/>
        <a:ext cx="2308523" cy="1385114"/>
      </dsp:txXfrm>
    </dsp:sp>
    <dsp:sp modelId="{E761B5A5-F463-4532-9134-9704FBE137B4}">
      <dsp:nvSpPr>
        <dsp:cNvPr id="0" name=""/>
        <dsp:cNvSpPr/>
      </dsp:nvSpPr>
      <dsp:spPr>
        <a:xfrm>
          <a:off x="7987846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8224753" y="728275"/>
        <a:ext cx="26548" cy="5309"/>
      </dsp:txXfrm>
    </dsp:sp>
    <dsp:sp modelId="{FE0A84B4-BAA0-4D70-8062-9C7CEFD6753B}">
      <dsp:nvSpPr>
        <dsp:cNvPr id="0" name=""/>
        <dsp:cNvSpPr/>
      </dsp:nvSpPr>
      <dsp:spPr>
        <a:xfrm>
          <a:off x="5681123" y="38373"/>
          <a:ext cx="2308523" cy="1385114"/>
        </a:xfrm>
        <a:prstGeom prst="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b="1" kern="1200" dirty="0"/>
            <a:t>🧮 Manual Calculation (Duration) </a:t>
          </a:r>
          <a:r>
            <a:rPr lang="de-DE" sz="2300" kern="1200" dirty="0"/>
            <a:t> </a:t>
          </a:r>
        </a:p>
      </dsp:txBody>
      <dsp:txXfrm>
        <a:off x="5681123" y="38373"/>
        <a:ext cx="2308523" cy="1385114"/>
      </dsp:txXfrm>
    </dsp:sp>
    <dsp:sp modelId="{0453F0EA-CA45-47D1-9F57-E5E26628AA5D}">
      <dsp:nvSpPr>
        <dsp:cNvPr id="0" name=""/>
        <dsp:cNvSpPr/>
      </dsp:nvSpPr>
      <dsp:spPr>
        <a:xfrm>
          <a:off x="8520607" y="38373"/>
          <a:ext cx="2308523" cy="1385114"/>
        </a:xfrm>
        <a:prstGeom prst="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b="1" kern="1200" dirty="0"/>
            <a:t> 📄 Unstructured Reporting </a:t>
          </a:r>
          <a:endParaRPr lang="de-DE" sz="2300" kern="1200" dirty="0"/>
        </a:p>
      </dsp:txBody>
      <dsp:txXfrm>
        <a:off x="8520607" y="38373"/>
        <a:ext cx="2308523" cy="13851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AF3DAD-B202-45FA-9EC8-32CAC6EC3639}">
      <dsp:nvSpPr>
        <dsp:cNvPr id="0" name=""/>
        <dsp:cNvSpPr/>
      </dsp:nvSpPr>
      <dsp:spPr>
        <a:xfrm>
          <a:off x="2308878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2545784" y="728275"/>
        <a:ext cx="26548" cy="5309"/>
      </dsp:txXfrm>
    </dsp:sp>
    <dsp:sp modelId="{BDDA72BE-41CE-44F2-8145-6B5CC3E8E201}">
      <dsp:nvSpPr>
        <dsp:cNvPr id="0" name=""/>
        <dsp:cNvSpPr/>
      </dsp:nvSpPr>
      <dsp:spPr>
        <a:xfrm>
          <a:off x="2155" y="38373"/>
          <a:ext cx="2308523" cy="1385114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📋 Structured Request (MS Forms) </a:t>
          </a:r>
          <a:r>
            <a:rPr lang="en-US" sz="1900" kern="1200" dirty="0"/>
            <a:t> </a:t>
          </a:r>
          <a:endParaRPr lang="de-DE" sz="1900" kern="1200" dirty="0"/>
        </a:p>
      </dsp:txBody>
      <dsp:txXfrm>
        <a:off x="2155" y="38373"/>
        <a:ext cx="2308523" cy="1385114"/>
      </dsp:txXfrm>
    </dsp:sp>
    <dsp:sp modelId="{15DEEE73-FBC7-4521-B954-8B581CAB2DDE}">
      <dsp:nvSpPr>
        <dsp:cNvPr id="0" name=""/>
        <dsp:cNvSpPr/>
      </dsp:nvSpPr>
      <dsp:spPr>
        <a:xfrm>
          <a:off x="5148362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5385268" y="728275"/>
        <a:ext cx="26548" cy="5309"/>
      </dsp:txXfrm>
    </dsp:sp>
    <dsp:sp modelId="{DE9935D9-A280-43FE-B7AE-9DD568743851}">
      <dsp:nvSpPr>
        <dsp:cNvPr id="0" name=""/>
        <dsp:cNvSpPr/>
      </dsp:nvSpPr>
      <dsp:spPr>
        <a:xfrm>
          <a:off x="2841639" y="38373"/>
          <a:ext cx="2308523" cy="1385114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1" kern="1200" dirty="0"/>
            <a:t>🐍 Python Script (Logic &amp; Calc) </a:t>
          </a:r>
          <a:endParaRPr lang="de-DE" sz="1900" kern="1200" dirty="0"/>
        </a:p>
      </dsp:txBody>
      <dsp:txXfrm>
        <a:off x="2841639" y="38373"/>
        <a:ext cx="2308523" cy="1385114"/>
      </dsp:txXfrm>
    </dsp:sp>
    <dsp:sp modelId="{E761B5A5-F463-4532-9134-9704FBE137B4}">
      <dsp:nvSpPr>
        <dsp:cNvPr id="0" name=""/>
        <dsp:cNvSpPr/>
      </dsp:nvSpPr>
      <dsp:spPr>
        <a:xfrm>
          <a:off x="7987846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8224753" y="728275"/>
        <a:ext cx="26548" cy="5309"/>
      </dsp:txXfrm>
    </dsp:sp>
    <dsp:sp modelId="{FE0A84B4-BAA0-4D70-8062-9C7CEFD6753B}">
      <dsp:nvSpPr>
        <dsp:cNvPr id="0" name=""/>
        <dsp:cNvSpPr/>
      </dsp:nvSpPr>
      <dsp:spPr>
        <a:xfrm>
          <a:off x="5681123" y="38373"/>
          <a:ext cx="2308523" cy="1385114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1" kern="1200" dirty="0"/>
            <a:t>🧮 Manual  📂 Automated Data Pipeline  (Duration) </a:t>
          </a:r>
          <a:r>
            <a:rPr lang="de-DE" sz="1900" kern="1200" dirty="0"/>
            <a:t> </a:t>
          </a:r>
        </a:p>
      </dsp:txBody>
      <dsp:txXfrm>
        <a:off x="5681123" y="38373"/>
        <a:ext cx="2308523" cy="1385114"/>
      </dsp:txXfrm>
    </dsp:sp>
    <dsp:sp modelId="{0453F0EA-CA45-47D1-9F57-E5E26628AA5D}">
      <dsp:nvSpPr>
        <dsp:cNvPr id="0" name=""/>
        <dsp:cNvSpPr/>
      </dsp:nvSpPr>
      <dsp:spPr>
        <a:xfrm>
          <a:off x="8520607" y="38373"/>
          <a:ext cx="2308523" cy="1385114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📈 Live Power BI Dashboard </a:t>
          </a:r>
          <a:endParaRPr lang="de-DE" sz="1900" kern="1200" dirty="0"/>
        </a:p>
      </dsp:txBody>
      <dsp:txXfrm>
        <a:off x="8520607" y="38373"/>
        <a:ext cx="2308523" cy="13851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EEC2D-9122-D856-D239-05EC336B9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120DE-2347-135D-5EE4-5986FF83C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0679-41F0-01D7-55C3-B7881F1C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3E11C-0A57-3AD2-8D6D-6E07E966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ABDF8-95F4-F04A-910E-E373E66A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64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196A-B425-E623-64AA-1EDF3770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82B11-E0AD-8DB4-C135-080216F5F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B6ACA-A7C5-E10E-442F-D11E0FE0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80EEF-B1BA-68FB-65D0-A7979554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7B8B7-6686-3276-F314-E111D9C5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639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A715B-ED62-33D7-772D-D3244CA33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0CC6B-BC77-0F7E-C2CC-705E13C1F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8DC1F-A0D0-91B8-443B-4BCCE364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CF1D2-B0B1-F4C8-FF93-CBE41D25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37922-60AE-4406-4161-B0179505F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549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84AD-1143-C479-2240-D8CBBCCEC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A7722-2D3E-DAC0-BFBA-643973F78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E33AF-C6D9-738E-77C5-1193B7637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7B939-D07B-5E2E-7266-14692D9BD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4C823-32E4-D11F-03AD-1D9FDE9AE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3A278-530A-4E74-3713-228871C3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9516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D297-5D2F-34D5-2A14-ED146D49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716BD-FBFF-14DB-2651-F9C82E145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542CA0-78EB-70E1-A01D-96BD5E433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1DC6F-44E2-CBBE-E6D4-26F12CF5D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39F3EB-E677-BDF2-C259-08291F8C7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41A529-5286-46E7-DFB3-4E70BC96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F2FE2-EBAE-9AB3-9B3E-CD62AF61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11B673-4C9A-97D7-0E67-F695CD0B7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4664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9EAC-FEBD-8987-C46C-C5E14459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CB7ED2-D543-E473-E4A9-EAF22064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2AC011-FEC2-F657-D601-D526367A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F79D4-2B5D-4D09-D55C-319E390A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6216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FA9A05-6BF3-D224-A794-E3C35856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B8904-7A7C-FAEA-7EEE-207882E2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2BC67-2A7E-3C19-CE95-FB57FFDD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75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B338-28F9-2240-FBB6-114C5F2F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C4393-67EC-CD38-0AA8-27D9E449D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DA684-E60E-9EFF-6CC5-C45BF31CF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2B130-F3A8-1B26-532F-CCA31EA82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291AF-798E-AB96-0BD2-3170C8D47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7E678-4FB1-A856-2C2A-CA732E7C5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031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1E019-A087-E09F-47E3-E1FA78AFF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8909AE-A20B-398E-1263-23C69FA203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02958-EE78-3897-FD2A-B76929752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00AC1-8B4F-80F2-2C09-55EDD0C4B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472D0-CE1C-EE6A-AB96-EAABB467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05EDC-7B85-82C9-3B4D-0644B5D0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09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0EE29-76D0-1301-135E-64FDED453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86C23-7F87-BA0B-61F7-2489C66D7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5AEA4-752F-CDD9-CEFC-52F41AF9D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69949-588E-7F4F-7B32-867A857A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8DC80-2A63-0639-BD02-1E36DE15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363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473730-E46B-B1B7-C88E-7DA9F9DD0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0EE1D-E026-46F0-1169-AAD0BA742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44B6E-0127-2D27-3717-521E981FE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93F15-3241-E636-9C33-FEB0AF32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C8B7D-9C43-54AB-35C2-24501779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488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6664C2-FCC7-885E-40E0-2B302F9FA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43111-6D5B-068B-75FB-9732B20F9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4B683-8F74-9855-1E50-6B8FDB82B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69919-9EB1-450E-8A9A-93C02A8761A7}" type="datetimeFigureOut">
              <a:rPr lang="de-DE" smtClean="0"/>
              <a:t>02.05.2026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97E7B-5F32-1819-E5AE-055A22B43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9DA23-0ED4-7D39-1C9A-1DA593EAB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54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BD9E3-4F24-9AC3-FAC0-901AD77CBA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49041-6737-C919-4CEA-87F4EB20C8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1432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FE7921-4C2D-D371-68F9-F05BCC402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7296834"/>
              </p:ext>
            </p:extLst>
          </p:nvPr>
        </p:nvGraphicFramePr>
        <p:xfrm>
          <a:off x="838200" y="1413142"/>
          <a:ext cx="10831286" cy="1461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C2F2695-4C20-705E-92AE-D83EE109F4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4668920"/>
              </p:ext>
            </p:extLst>
          </p:nvPr>
        </p:nvGraphicFramePr>
        <p:xfrm>
          <a:off x="838200" y="4608614"/>
          <a:ext cx="10831286" cy="1461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6161847-4159-D2DB-44A9-EEF4F9B17FAC}"/>
              </a:ext>
            </a:extLst>
          </p:cNvPr>
          <p:cNvSpPr txBox="1"/>
          <p:nvPr/>
        </p:nvSpPr>
        <p:spPr>
          <a:xfrm>
            <a:off x="762000" y="40546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🟢 TO-BE (Proposed Automated Process)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377A1-5AE7-4F60-7610-BBCC6C3D2E07}"/>
              </a:ext>
            </a:extLst>
          </p:cNvPr>
          <p:cNvSpPr txBox="1"/>
          <p:nvPr/>
        </p:nvSpPr>
        <p:spPr>
          <a:xfrm>
            <a:off x="762000" y="8591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🔴 AS-IS (Current Manual Process)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939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caliskan</dc:creator>
  <cp:lastModifiedBy>abdullah caliskan</cp:lastModifiedBy>
  <cp:revision>1</cp:revision>
  <dcterms:created xsi:type="dcterms:W3CDTF">2026-05-02T13:26:57Z</dcterms:created>
  <dcterms:modified xsi:type="dcterms:W3CDTF">2026-05-02T13:27:01Z</dcterms:modified>
</cp:coreProperties>
</file>